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jpg" ContentType="image/jp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9144000" cy="6858000"/>
  <p:notesSz cx="9144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342514" y="461010"/>
            <a:ext cx="4458970" cy="701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42514" y="461010"/>
            <a:ext cx="4458970" cy="701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45134" y="3037522"/>
            <a:ext cx="8042909" cy="33185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mailto:shritijjaiswal27@gmail.com" TargetMode="External"/><Relationship Id="rId3" Type="http://schemas.openxmlformats.org/officeDocument/2006/relationships/hyperlink" Target="https://www.linkedin.com/in/shritij-jaiswal-7542b6370" TargetMode="Externa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7145">
              <a:lnSpc>
                <a:spcPct val="100000"/>
              </a:lnSpc>
              <a:spcBef>
                <a:spcPts val="130"/>
              </a:spcBef>
            </a:pPr>
            <a:r>
              <a:rPr dirty="0"/>
              <a:t>HTML</a:t>
            </a:r>
            <a:r>
              <a:rPr dirty="0" spc="-85"/>
              <a:t> </a:t>
            </a:r>
            <a:r>
              <a:rPr dirty="0"/>
              <a:t>Code</a:t>
            </a:r>
            <a:r>
              <a:rPr dirty="0" spc="-105"/>
              <a:t> </a:t>
            </a:r>
            <a:r>
              <a:rPr dirty="0"/>
              <a:t>(Part</a:t>
            </a:r>
            <a:r>
              <a:rPr dirty="0" spc="-65"/>
              <a:t> </a:t>
            </a:r>
            <a:r>
              <a:rPr dirty="0" spc="-25"/>
              <a:t>1)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5134" y="1206182"/>
            <a:ext cx="4716145" cy="24028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435"/>
              </a:lnSpc>
              <a:spcBef>
                <a:spcPts val="100"/>
              </a:spcBef>
            </a:pPr>
            <a:r>
              <a:rPr dirty="0" sz="1200">
                <a:latin typeface="Courier New"/>
                <a:cs typeface="Courier New"/>
              </a:rPr>
              <a:t>&lt;!DOCTYPE</a:t>
            </a:r>
            <a:r>
              <a:rPr dirty="0" sz="1200" spc="-40">
                <a:latin typeface="Courier New"/>
                <a:cs typeface="Courier New"/>
              </a:rPr>
              <a:t> </a:t>
            </a:r>
            <a:r>
              <a:rPr dirty="0" sz="1200" spc="-20">
                <a:latin typeface="Courier New"/>
                <a:cs typeface="Courier New"/>
              </a:rPr>
              <a:t>html&gt;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ts val="1425"/>
              </a:lnSpc>
            </a:pPr>
            <a:r>
              <a:rPr dirty="0" sz="1200">
                <a:latin typeface="Courier New"/>
                <a:cs typeface="Courier New"/>
              </a:rPr>
              <a:t>&lt;html</a:t>
            </a:r>
            <a:r>
              <a:rPr dirty="0" sz="1200" spc="-35">
                <a:latin typeface="Courier New"/>
                <a:cs typeface="Courier New"/>
              </a:rPr>
              <a:t> </a:t>
            </a:r>
            <a:r>
              <a:rPr dirty="0" sz="1200" spc="-10">
                <a:latin typeface="Courier New"/>
                <a:cs typeface="Courier New"/>
              </a:rPr>
              <a:t>lang="en"&gt;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ts val="1435"/>
              </a:lnSpc>
            </a:pPr>
            <a:r>
              <a:rPr dirty="0" sz="1200" spc="-10">
                <a:latin typeface="Courier New"/>
                <a:cs typeface="Courier New"/>
              </a:rPr>
              <a:t>&lt;head&gt;</a:t>
            </a:r>
            <a:endParaRPr sz="1200">
              <a:latin typeface="Courier New"/>
              <a:cs typeface="Courier New"/>
            </a:endParaRPr>
          </a:p>
          <a:p>
            <a:pPr marL="381000">
              <a:lnSpc>
                <a:spcPts val="1435"/>
              </a:lnSpc>
              <a:spcBef>
                <a:spcPts val="60"/>
              </a:spcBef>
            </a:pPr>
            <a:r>
              <a:rPr dirty="0" sz="1200">
                <a:latin typeface="Courier New"/>
                <a:cs typeface="Courier New"/>
              </a:rPr>
              <a:t>&lt;meta</a:t>
            </a:r>
            <a:r>
              <a:rPr dirty="0" sz="1200" spc="25">
                <a:latin typeface="Courier New"/>
                <a:cs typeface="Courier New"/>
              </a:rPr>
              <a:t> </a:t>
            </a:r>
            <a:r>
              <a:rPr dirty="0" sz="1200" spc="-10">
                <a:latin typeface="Courier New"/>
                <a:cs typeface="Courier New"/>
              </a:rPr>
              <a:t>charset="UTF-</a:t>
            </a:r>
            <a:r>
              <a:rPr dirty="0" sz="1200" spc="-25">
                <a:latin typeface="Courier New"/>
                <a:cs typeface="Courier New"/>
              </a:rPr>
              <a:t>8"&gt;</a:t>
            </a:r>
            <a:endParaRPr sz="1200">
              <a:latin typeface="Courier New"/>
              <a:cs typeface="Courier New"/>
            </a:endParaRPr>
          </a:p>
          <a:p>
            <a:pPr marL="381000">
              <a:lnSpc>
                <a:spcPts val="1430"/>
              </a:lnSpc>
            </a:pPr>
            <a:r>
              <a:rPr dirty="0" sz="1200">
                <a:latin typeface="Courier New"/>
                <a:cs typeface="Courier New"/>
              </a:rPr>
              <a:t>&lt;title&gt;Shritij</a:t>
            </a:r>
            <a:r>
              <a:rPr dirty="0" sz="1200" spc="-65">
                <a:latin typeface="Courier New"/>
                <a:cs typeface="Courier New"/>
              </a:rPr>
              <a:t> </a:t>
            </a:r>
            <a:r>
              <a:rPr dirty="0" sz="1200">
                <a:latin typeface="Courier New"/>
                <a:cs typeface="Courier New"/>
              </a:rPr>
              <a:t>|</a:t>
            </a:r>
            <a:r>
              <a:rPr dirty="0" sz="1200" spc="-60">
                <a:latin typeface="Courier New"/>
                <a:cs typeface="Courier New"/>
              </a:rPr>
              <a:t> </a:t>
            </a:r>
            <a:r>
              <a:rPr dirty="0" sz="1200" spc="-10">
                <a:latin typeface="Courier New"/>
                <a:cs typeface="Courier New"/>
              </a:rPr>
              <a:t>Portfolio&lt;/title&gt;</a:t>
            </a:r>
            <a:endParaRPr sz="1200">
              <a:latin typeface="Courier New"/>
              <a:cs typeface="Courier New"/>
            </a:endParaRPr>
          </a:p>
          <a:p>
            <a:pPr marL="381000">
              <a:lnSpc>
                <a:spcPts val="1425"/>
              </a:lnSpc>
            </a:pPr>
            <a:r>
              <a:rPr dirty="0" sz="1200">
                <a:latin typeface="Courier New"/>
                <a:cs typeface="Courier New"/>
              </a:rPr>
              <a:t>&lt;link</a:t>
            </a:r>
            <a:r>
              <a:rPr dirty="0" sz="1200" spc="-85">
                <a:latin typeface="Courier New"/>
                <a:cs typeface="Courier New"/>
              </a:rPr>
              <a:t> </a:t>
            </a:r>
            <a:r>
              <a:rPr dirty="0" sz="1200">
                <a:latin typeface="Courier New"/>
                <a:cs typeface="Courier New"/>
              </a:rPr>
              <a:t>rel="stylesheet"</a:t>
            </a:r>
            <a:r>
              <a:rPr dirty="0" sz="1200" spc="-85">
                <a:latin typeface="Courier New"/>
                <a:cs typeface="Courier New"/>
              </a:rPr>
              <a:t> </a:t>
            </a:r>
            <a:r>
              <a:rPr dirty="0" sz="1200" spc="-10">
                <a:latin typeface="Courier New"/>
                <a:cs typeface="Courier New"/>
              </a:rPr>
              <a:t>href="style.css"&gt;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ts val="1425"/>
              </a:lnSpc>
            </a:pPr>
            <a:r>
              <a:rPr dirty="0" sz="1200" spc="-10">
                <a:latin typeface="Courier New"/>
                <a:cs typeface="Courier New"/>
              </a:rPr>
              <a:t>&lt;/head&gt;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ts val="1435"/>
              </a:lnSpc>
            </a:pPr>
            <a:r>
              <a:rPr dirty="0" sz="1200" spc="-10">
                <a:latin typeface="Courier New"/>
                <a:cs typeface="Courier New"/>
              </a:rPr>
              <a:t>&lt;body&gt;</a:t>
            </a:r>
            <a:endParaRPr sz="1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200">
              <a:latin typeface="Courier New"/>
              <a:cs typeface="Courier New"/>
            </a:endParaRPr>
          </a:p>
          <a:p>
            <a:pPr marL="381000">
              <a:lnSpc>
                <a:spcPts val="1435"/>
              </a:lnSpc>
            </a:pPr>
            <a:r>
              <a:rPr dirty="0" sz="1200">
                <a:latin typeface="Courier New"/>
                <a:cs typeface="Courier New"/>
              </a:rPr>
              <a:t>&lt;!--</a:t>
            </a:r>
            <a:r>
              <a:rPr dirty="0" sz="1200" spc="-45">
                <a:latin typeface="Courier New"/>
                <a:cs typeface="Courier New"/>
              </a:rPr>
              <a:t> </a:t>
            </a:r>
            <a:r>
              <a:rPr dirty="0" sz="1200">
                <a:latin typeface="Courier New"/>
                <a:cs typeface="Courier New"/>
              </a:rPr>
              <a:t>Navigation</a:t>
            </a:r>
            <a:r>
              <a:rPr dirty="0" sz="1200" spc="-15">
                <a:latin typeface="Courier New"/>
                <a:cs typeface="Courier New"/>
              </a:rPr>
              <a:t> </a:t>
            </a:r>
            <a:r>
              <a:rPr dirty="0" sz="1200">
                <a:latin typeface="Courier New"/>
                <a:cs typeface="Courier New"/>
              </a:rPr>
              <a:t>-</a:t>
            </a:r>
            <a:r>
              <a:rPr dirty="0" sz="1200" spc="-40">
                <a:latin typeface="Courier New"/>
                <a:cs typeface="Courier New"/>
              </a:rPr>
              <a:t>-</a:t>
            </a:r>
            <a:r>
              <a:rPr dirty="0" sz="1200" spc="-50">
                <a:latin typeface="Courier New"/>
                <a:cs typeface="Courier New"/>
              </a:rPr>
              <a:t>&gt;</a:t>
            </a:r>
            <a:endParaRPr sz="1200">
              <a:latin typeface="Courier New"/>
              <a:cs typeface="Courier New"/>
            </a:endParaRPr>
          </a:p>
          <a:p>
            <a:pPr marL="381000">
              <a:lnSpc>
                <a:spcPts val="1430"/>
              </a:lnSpc>
            </a:pPr>
            <a:r>
              <a:rPr dirty="0" sz="1200" spc="-10">
                <a:latin typeface="Courier New"/>
                <a:cs typeface="Courier New"/>
              </a:rPr>
              <a:t>&lt;nav&gt;</a:t>
            </a:r>
            <a:endParaRPr sz="1200">
              <a:latin typeface="Courier New"/>
              <a:cs typeface="Courier New"/>
            </a:endParaRPr>
          </a:p>
          <a:p>
            <a:pPr marL="749935">
              <a:lnSpc>
                <a:spcPts val="1425"/>
              </a:lnSpc>
            </a:pPr>
            <a:r>
              <a:rPr dirty="0" sz="1200">
                <a:latin typeface="Courier New"/>
                <a:cs typeface="Courier New"/>
              </a:rPr>
              <a:t>&lt;div</a:t>
            </a:r>
            <a:r>
              <a:rPr dirty="0" sz="1200" spc="-110">
                <a:latin typeface="Courier New"/>
                <a:cs typeface="Courier New"/>
              </a:rPr>
              <a:t> </a:t>
            </a:r>
            <a:r>
              <a:rPr dirty="0" sz="1200">
                <a:latin typeface="Courier New"/>
                <a:cs typeface="Courier New"/>
              </a:rPr>
              <a:t>class="logo"&gt;Shritij's</a:t>
            </a:r>
            <a:r>
              <a:rPr dirty="0" sz="1200" spc="-45">
                <a:latin typeface="Courier New"/>
                <a:cs typeface="Courier New"/>
              </a:rPr>
              <a:t> </a:t>
            </a:r>
            <a:r>
              <a:rPr dirty="0" sz="1200" spc="-10">
                <a:latin typeface="Courier New"/>
                <a:cs typeface="Courier New"/>
              </a:rPr>
              <a:t>Portfolio&lt;/div&gt;</a:t>
            </a:r>
            <a:endParaRPr sz="1200">
              <a:latin typeface="Courier New"/>
              <a:cs typeface="Courier New"/>
            </a:endParaRPr>
          </a:p>
          <a:p>
            <a:pPr marL="749935">
              <a:lnSpc>
                <a:spcPts val="1435"/>
              </a:lnSpc>
            </a:pPr>
            <a:r>
              <a:rPr dirty="0" sz="1200" spc="-20">
                <a:latin typeface="Courier New"/>
                <a:cs typeface="Courier New"/>
              </a:rPr>
              <a:t>&lt;ul&gt;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97709" y="3590607"/>
            <a:ext cx="3151505" cy="93408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 marR="5080">
              <a:lnSpc>
                <a:spcPct val="99100"/>
              </a:lnSpc>
              <a:spcBef>
                <a:spcPts val="114"/>
              </a:spcBef>
            </a:pPr>
            <a:r>
              <a:rPr dirty="0" sz="1200" spc="-10">
                <a:latin typeface="Courier New"/>
                <a:cs typeface="Courier New"/>
              </a:rPr>
              <a:t>href="#home"&gt;Home&lt;/a&gt;&lt;/li&gt; href="#about"&gt;About&lt;/a&gt;&lt;/li&gt; href="#skills"&gt;Skills&lt;/a&gt;&lt;/li&gt; href="#projects"&gt;Projects&lt;/a&gt;&lt;/li&gt; href="#contact"&gt;Contact&lt;/a&gt;&lt;/li&gt;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13752" y="3590607"/>
            <a:ext cx="1311275" cy="1305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49300">
              <a:lnSpc>
                <a:spcPts val="1435"/>
              </a:lnSpc>
              <a:spcBef>
                <a:spcPts val="100"/>
              </a:spcBef>
            </a:pPr>
            <a:r>
              <a:rPr dirty="0" sz="1200" spc="-10">
                <a:latin typeface="Courier New"/>
                <a:cs typeface="Courier New"/>
              </a:rPr>
              <a:t>&lt;li&gt;&lt;a</a:t>
            </a:r>
            <a:endParaRPr sz="1200">
              <a:latin typeface="Courier New"/>
              <a:cs typeface="Courier New"/>
            </a:endParaRPr>
          </a:p>
          <a:p>
            <a:pPr marL="749300">
              <a:lnSpc>
                <a:spcPts val="1430"/>
              </a:lnSpc>
            </a:pPr>
            <a:r>
              <a:rPr dirty="0" sz="1200" spc="-10">
                <a:latin typeface="Courier New"/>
                <a:cs typeface="Courier New"/>
              </a:rPr>
              <a:t>&lt;li&gt;&lt;a</a:t>
            </a:r>
            <a:endParaRPr sz="1200">
              <a:latin typeface="Courier New"/>
              <a:cs typeface="Courier New"/>
            </a:endParaRPr>
          </a:p>
          <a:p>
            <a:pPr marL="749300">
              <a:lnSpc>
                <a:spcPts val="1430"/>
              </a:lnSpc>
            </a:pPr>
            <a:r>
              <a:rPr dirty="0" sz="1200" spc="-10">
                <a:latin typeface="Courier New"/>
                <a:cs typeface="Courier New"/>
              </a:rPr>
              <a:t>&lt;li&gt;&lt;a</a:t>
            </a:r>
            <a:endParaRPr sz="1200">
              <a:latin typeface="Courier New"/>
              <a:cs typeface="Courier New"/>
            </a:endParaRPr>
          </a:p>
          <a:p>
            <a:pPr marL="749300">
              <a:lnSpc>
                <a:spcPts val="1425"/>
              </a:lnSpc>
            </a:pPr>
            <a:r>
              <a:rPr dirty="0" sz="1200" spc="-10">
                <a:latin typeface="Courier New"/>
                <a:cs typeface="Courier New"/>
              </a:rPr>
              <a:t>&lt;li&gt;&lt;a</a:t>
            </a:r>
            <a:endParaRPr sz="1200">
              <a:latin typeface="Courier New"/>
              <a:cs typeface="Courier New"/>
            </a:endParaRPr>
          </a:p>
          <a:p>
            <a:pPr marL="749300">
              <a:lnSpc>
                <a:spcPts val="1435"/>
              </a:lnSpc>
            </a:pPr>
            <a:r>
              <a:rPr dirty="0" sz="1200" spc="-10">
                <a:latin typeface="Courier New"/>
                <a:cs typeface="Courier New"/>
              </a:rPr>
              <a:t>&lt;li&gt;&lt;a</a:t>
            </a:r>
            <a:endParaRPr sz="1200">
              <a:latin typeface="Courier New"/>
              <a:cs typeface="Courier New"/>
            </a:endParaRPr>
          </a:p>
          <a:p>
            <a:pPr marL="381000">
              <a:lnSpc>
                <a:spcPts val="1435"/>
              </a:lnSpc>
              <a:spcBef>
                <a:spcPts val="65"/>
              </a:spcBef>
            </a:pPr>
            <a:r>
              <a:rPr dirty="0" sz="1200" spc="-10">
                <a:latin typeface="Courier New"/>
                <a:cs typeface="Courier New"/>
              </a:rPr>
              <a:t>&lt;/ul&gt;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ts val="1435"/>
              </a:lnSpc>
            </a:pPr>
            <a:r>
              <a:rPr dirty="0" sz="1200" spc="-10">
                <a:latin typeface="Courier New"/>
                <a:cs typeface="Courier New"/>
              </a:rPr>
              <a:t>&lt;/nav&gt;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13752" y="5050408"/>
            <a:ext cx="5272405" cy="9429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435"/>
              </a:lnSpc>
              <a:spcBef>
                <a:spcPts val="100"/>
              </a:spcBef>
            </a:pPr>
            <a:r>
              <a:rPr dirty="0" sz="1200">
                <a:latin typeface="Courier New"/>
                <a:cs typeface="Courier New"/>
              </a:rPr>
              <a:t>&lt;!--</a:t>
            </a:r>
            <a:r>
              <a:rPr dirty="0" sz="1200" spc="-30">
                <a:latin typeface="Courier New"/>
                <a:cs typeface="Courier New"/>
              </a:rPr>
              <a:t> </a:t>
            </a:r>
            <a:r>
              <a:rPr dirty="0" sz="1200">
                <a:latin typeface="Courier New"/>
                <a:cs typeface="Courier New"/>
              </a:rPr>
              <a:t>Hero</a:t>
            </a:r>
            <a:r>
              <a:rPr dirty="0" sz="1200" spc="-25">
                <a:latin typeface="Courier New"/>
                <a:cs typeface="Courier New"/>
              </a:rPr>
              <a:t> </a:t>
            </a:r>
            <a:r>
              <a:rPr dirty="0" sz="1200">
                <a:latin typeface="Courier New"/>
                <a:cs typeface="Courier New"/>
              </a:rPr>
              <a:t>Section</a:t>
            </a:r>
            <a:r>
              <a:rPr dirty="0" sz="1200" spc="30">
                <a:latin typeface="Courier New"/>
                <a:cs typeface="Courier New"/>
              </a:rPr>
              <a:t> </a:t>
            </a:r>
            <a:r>
              <a:rPr dirty="0" sz="1200">
                <a:latin typeface="Courier New"/>
                <a:cs typeface="Courier New"/>
              </a:rPr>
              <a:t>-</a:t>
            </a:r>
            <a:r>
              <a:rPr dirty="0" sz="1200" spc="-35">
                <a:latin typeface="Courier New"/>
                <a:cs typeface="Courier New"/>
              </a:rPr>
              <a:t>-</a:t>
            </a:r>
            <a:r>
              <a:rPr dirty="0" sz="1200" spc="-50">
                <a:latin typeface="Courier New"/>
                <a:cs typeface="Courier New"/>
              </a:rPr>
              <a:t>&gt;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ts val="1435"/>
              </a:lnSpc>
            </a:pPr>
            <a:r>
              <a:rPr dirty="0" sz="1200">
                <a:latin typeface="Courier New"/>
                <a:cs typeface="Courier New"/>
              </a:rPr>
              <a:t>&lt;section</a:t>
            </a:r>
            <a:r>
              <a:rPr dirty="0" sz="1200" spc="-80">
                <a:latin typeface="Courier New"/>
                <a:cs typeface="Courier New"/>
              </a:rPr>
              <a:t> </a:t>
            </a:r>
            <a:r>
              <a:rPr dirty="0" sz="1200">
                <a:latin typeface="Courier New"/>
                <a:cs typeface="Courier New"/>
              </a:rPr>
              <a:t>id="home"</a:t>
            </a:r>
            <a:r>
              <a:rPr dirty="0" sz="1200" spc="-10">
                <a:latin typeface="Courier New"/>
                <a:cs typeface="Courier New"/>
              </a:rPr>
              <a:t> class="hero"&gt;</a:t>
            </a:r>
            <a:endParaRPr sz="1200">
              <a:latin typeface="Courier New"/>
              <a:cs typeface="Courier New"/>
            </a:endParaRPr>
          </a:p>
          <a:p>
            <a:pPr marL="381000">
              <a:lnSpc>
                <a:spcPts val="1435"/>
              </a:lnSpc>
              <a:spcBef>
                <a:spcPts val="60"/>
              </a:spcBef>
            </a:pPr>
            <a:r>
              <a:rPr dirty="0" sz="1200">
                <a:latin typeface="Courier New"/>
                <a:cs typeface="Courier New"/>
              </a:rPr>
              <a:t>&lt;h1&gt;Hello,</a:t>
            </a:r>
            <a:r>
              <a:rPr dirty="0" sz="1200" spc="-70">
                <a:latin typeface="Courier New"/>
                <a:cs typeface="Courier New"/>
              </a:rPr>
              <a:t> </a:t>
            </a:r>
            <a:r>
              <a:rPr dirty="0" sz="1200">
                <a:latin typeface="Courier New"/>
                <a:cs typeface="Courier New"/>
              </a:rPr>
              <a:t>I'm</a:t>
            </a:r>
            <a:r>
              <a:rPr dirty="0" sz="1200" spc="-65">
                <a:latin typeface="Courier New"/>
                <a:cs typeface="Courier New"/>
              </a:rPr>
              <a:t> </a:t>
            </a:r>
            <a:r>
              <a:rPr dirty="0" sz="1200">
                <a:latin typeface="Courier New"/>
                <a:cs typeface="Courier New"/>
              </a:rPr>
              <a:t>&lt;span&gt;Shritij</a:t>
            </a:r>
            <a:r>
              <a:rPr dirty="0" sz="1200" spc="-65">
                <a:latin typeface="Courier New"/>
                <a:cs typeface="Courier New"/>
              </a:rPr>
              <a:t> </a:t>
            </a:r>
            <a:r>
              <a:rPr dirty="0" sz="1200" spc="-10">
                <a:latin typeface="Courier New"/>
                <a:cs typeface="Courier New"/>
              </a:rPr>
              <a:t>Jaiswal&lt;/span&gt;&lt;/h1&gt;</a:t>
            </a:r>
            <a:endParaRPr sz="1200">
              <a:latin typeface="Courier New"/>
              <a:cs typeface="Courier New"/>
            </a:endParaRPr>
          </a:p>
          <a:p>
            <a:pPr marL="381000">
              <a:lnSpc>
                <a:spcPts val="1430"/>
              </a:lnSpc>
            </a:pPr>
            <a:r>
              <a:rPr dirty="0" sz="1200">
                <a:latin typeface="Courier New"/>
                <a:cs typeface="Courier New"/>
              </a:rPr>
              <a:t>&lt;p&gt;Aspiring</a:t>
            </a:r>
            <a:r>
              <a:rPr dirty="0" sz="1200" spc="-60">
                <a:latin typeface="Courier New"/>
                <a:cs typeface="Courier New"/>
              </a:rPr>
              <a:t> </a:t>
            </a:r>
            <a:r>
              <a:rPr dirty="0" sz="1200">
                <a:latin typeface="Courier New"/>
                <a:cs typeface="Courier New"/>
              </a:rPr>
              <a:t>Developer</a:t>
            </a:r>
            <a:r>
              <a:rPr dirty="0" sz="1200" spc="10">
                <a:latin typeface="Courier New"/>
                <a:cs typeface="Courier New"/>
              </a:rPr>
              <a:t> </a:t>
            </a:r>
            <a:r>
              <a:rPr dirty="0" sz="1200">
                <a:latin typeface="Courier New"/>
                <a:cs typeface="Courier New"/>
              </a:rPr>
              <a:t>•</a:t>
            </a:r>
            <a:r>
              <a:rPr dirty="0" sz="1200" spc="-55">
                <a:latin typeface="Courier New"/>
                <a:cs typeface="Courier New"/>
              </a:rPr>
              <a:t> </a:t>
            </a:r>
            <a:r>
              <a:rPr dirty="0" sz="1200">
                <a:latin typeface="Courier New"/>
                <a:cs typeface="Courier New"/>
              </a:rPr>
              <a:t>Learner</a:t>
            </a:r>
            <a:r>
              <a:rPr dirty="0" sz="1200" spc="-60">
                <a:latin typeface="Courier New"/>
                <a:cs typeface="Courier New"/>
              </a:rPr>
              <a:t> </a:t>
            </a:r>
            <a:r>
              <a:rPr dirty="0" sz="1200">
                <a:latin typeface="Courier New"/>
                <a:cs typeface="Courier New"/>
              </a:rPr>
              <a:t>•</a:t>
            </a:r>
            <a:r>
              <a:rPr dirty="0" sz="1200" spc="10">
                <a:latin typeface="Courier New"/>
                <a:cs typeface="Courier New"/>
              </a:rPr>
              <a:t> </a:t>
            </a:r>
            <a:r>
              <a:rPr dirty="0" sz="1200">
                <a:latin typeface="Courier New"/>
                <a:cs typeface="Courier New"/>
              </a:rPr>
              <a:t>Tech</a:t>
            </a:r>
            <a:r>
              <a:rPr dirty="0" sz="1200" spc="-55">
                <a:latin typeface="Courier New"/>
                <a:cs typeface="Courier New"/>
              </a:rPr>
              <a:t> </a:t>
            </a:r>
            <a:r>
              <a:rPr dirty="0" sz="1200" spc="-10">
                <a:latin typeface="Courier New"/>
                <a:cs typeface="Courier New"/>
              </a:rPr>
              <a:t>Enthusiast&lt;/p&gt;</a:t>
            </a:r>
            <a:endParaRPr sz="1200">
              <a:latin typeface="Courier New"/>
              <a:cs typeface="Courier New"/>
            </a:endParaRPr>
          </a:p>
          <a:p>
            <a:pPr marL="381000">
              <a:lnSpc>
                <a:spcPts val="1435"/>
              </a:lnSpc>
            </a:pPr>
            <a:r>
              <a:rPr dirty="0" sz="1200">
                <a:latin typeface="Courier New"/>
                <a:cs typeface="Courier New"/>
              </a:rPr>
              <a:t>&lt;a</a:t>
            </a:r>
            <a:r>
              <a:rPr dirty="0" sz="1200" spc="-90">
                <a:latin typeface="Courier New"/>
                <a:cs typeface="Courier New"/>
              </a:rPr>
              <a:t> </a:t>
            </a:r>
            <a:r>
              <a:rPr dirty="0" sz="1200">
                <a:latin typeface="Courier New"/>
                <a:cs typeface="Courier New"/>
              </a:rPr>
              <a:t>href="#projects"</a:t>
            </a:r>
            <a:r>
              <a:rPr dirty="0" sz="1200" spc="-90">
                <a:latin typeface="Courier New"/>
                <a:cs typeface="Courier New"/>
              </a:rPr>
              <a:t> </a:t>
            </a:r>
            <a:r>
              <a:rPr dirty="0" sz="1200">
                <a:latin typeface="Courier New"/>
                <a:cs typeface="Courier New"/>
              </a:rPr>
              <a:t>class="btn"&gt;View</a:t>
            </a:r>
            <a:r>
              <a:rPr dirty="0" sz="1200" spc="-20">
                <a:latin typeface="Courier New"/>
                <a:cs typeface="Courier New"/>
              </a:rPr>
              <a:t> </a:t>
            </a:r>
            <a:r>
              <a:rPr dirty="0" sz="1200">
                <a:latin typeface="Courier New"/>
                <a:cs typeface="Courier New"/>
              </a:rPr>
              <a:t>My</a:t>
            </a:r>
            <a:r>
              <a:rPr dirty="0" sz="1200" spc="-20">
                <a:latin typeface="Courier New"/>
                <a:cs typeface="Courier New"/>
              </a:rPr>
              <a:t> </a:t>
            </a:r>
            <a:r>
              <a:rPr dirty="0" sz="1200" spc="-10">
                <a:latin typeface="Courier New"/>
                <a:cs typeface="Courier New"/>
              </a:rPr>
              <a:t>Work&lt;/a&gt;</a:t>
            </a:r>
            <a:endParaRPr sz="12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7145">
              <a:lnSpc>
                <a:spcPct val="100000"/>
              </a:lnSpc>
              <a:spcBef>
                <a:spcPts val="130"/>
              </a:spcBef>
            </a:pPr>
            <a:r>
              <a:rPr dirty="0"/>
              <a:t>HTML</a:t>
            </a:r>
            <a:r>
              <a:rPr dirty="0" spc="-85"/>
              <a:t> </a:t>
            </a:r>
            <a:r>
              <a:rPr dirty="0"/>
              <a:t>Code</a:t>
            </a:r>
            <a:r>
              <a:rPr dirty="0" spc="-105"/>
              <a:t> </a:t>
            </a:r>
            <a:r>
              <a:rPr dirty="0"/>
              <a:t>(Part</a:t>
            </a:r>
            <a:r>
              <a:rPr dirty="0" spc="-65"/>
              <a:t> </a:t>
            </a:r>
            <a:r>
              <a:rPr dirty="0" spc="-25"/>
              <a:t>2)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5134" y="1206182"/>
            <a:ext cx="7477759" cy="22218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ourier New"/>
                <a:cs typeface="Courier New"/>
              </a:rPr>
              <a:t>&lt;/section&gt;</a:t>
            </a:r>
            <a:endParaRPr sz="1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200">
              <a:latin typeface="Courier New"/>
              <a:cs typeface="Courier New"/>
            </a:endParaRPr>
          </a:p>
          <a:p>
            <a:pPr marL="381000">
              <a:lnSpc>
                <a:spcPct val="100000"/>
              </a:lnSpc>
            </a:pPr>
            <a:r>
              <a:rPr dirty="0" sz="1200" spc="-10">
                <a:latin typeface="Courier New"/>
                <a:cs typeface="Courier New"/>
              </a:rPr>
              <a:t>&lt;figure&gt;</a:t>
            </a:r>
            <a:endParaRPr sz="1200">
              <a:latin typeface="Courier New"/>
              <a:cs typeface="Courier New"/>
            </a:endParaRPr>
          </a:p>
          <a:p>
            <a:pPr marL="749935">
              <a:lnSpc>
                <a:spcPts val="1435"/>
              </a:lnSpc>
              <a:spcBef>
                <a:spcPts val="60"/>
              </a:spcBef>
            </a:pPr>
            <a:r>
              <a:rPr dirty="0" sz="1200">
                <a:latin typeface="Courier New"/>
                <a:cs typeface="Courier New"/>
              </a:rPr>
              <a:t>&lt;img</a:t>
            </a:r>
            <a:r>
              <a:rPr dirty="0" sz="1200" spc="-90">
                <a:latin typeface="Courier New"/>
                <a:cs typeface="Courier New"/>
              </a:rPr>
              <a:t> </a:t>
            </a:r>
            <a:r>
              <a:rPr dirty="0" sz="1200">
                <a:latin typeface="Courier New"/>
                <a:cs typeface="Courier New"/>
              </a:rPr>
              <a:t>class="myImage"</a:t>
            </a:r>
            <a:r>
              <a:rPr dirty="0" sz="1200" spc="-85">
                <a:latin typeface="Courier New"/>
                <a:cs typeface="Courier New"/>
              </a:rPr>
              <a:t> </a:t>
            </a:r>
            <a:r>
              <a:rPr dirty="0" sz="1200">
                <a:latin typeface="Courier New"/>
                <a:cs typeface="Courier New"/>
              </a:rPr>
              <a:t>src="me.jpeg"</a:t>
            </a:r>
            <a:r>
              <a:rPr dirty="0" sz="1200" spc="-90">
                <a:latin typeface="Courier New"/>
                <a:cs typeface="Courier New"/>
              </a:rPr>
              <a:t> </a:t>
            </a:r>
            <a:r>
              <a:rPr dirty="0" sz="1200">
                <a:latin typeface="Courier New"/>
                <a:cs typeface="Courier New"/>
              </a:rPr>
              <a:t>width="200px"</a:t>
            </a:r>
            <a:r>
              <a:rPr dirty="0" sz="1200" spc="-20">
                <a:latin typeface="Courier New"/>
                <a:cs typeface="Courier New"/>
              </a:rPr>
              <a:t> </a:t>
            </a:r>
            <a:r>
              <a:rPr dirty="0" sz="1200" spc="-10">
                <a:latin typeface="Courier New"/>
                <a:cs typeface="Courier New"/>
              </a:rPr>
              <a:t>height="200"&gt;</a:t>
            </a:r>
            <a:endParaRPr sz="1200">
              <a:latin typeface="Courier New"/>
              <a:cs typeface="Courier New"/>
            </a:endParaRPr>
          </a:p>
          <a:p>
            <a:pPr marL="749935">
              <a:lnSpc>
                <a:spcPts val="1430"/>
              </a:lnSpc>
            </a:pPr>
            <a:r>
              <a:rPr dirty="0" sz="1200">
                <a:latin typeface="Courier New"/>
                <a:cs typeface="Courier New"/>
              </a:rPr>
              <a:t>&lt;figcaption </a:t>
            </a:r>
            <a:r>
              <a:rPr dirty="0" sz="1200" spc="-10">
                <a:latin typeface="Courier New"/>
                <a:cs typeface="Courier New"/>
              </a:rPr>
              <a:t>class="figcaption"&gt;Shritij</a:t>
            </a:r>
            <a:r>
              <a:rPr dirty="0" sz="1200">
                <a:latin typeface="Courier New"/>
                <a:cs typeface="Courier New"/>
              </a:rPr>
              <a:t> </a:t>
            </a:r>
            <a:r>
              <a:rPr dirty="0" sz="1200" spc="-10">
                <a:latin typeface="Courier New"/>
                <a:cs typeface="Courier New"/>
              </a:rPr>
              <a:t>Jaiswal&lt;/figcaption&gt;</a:t>
            </a:r>
            <a:endParaRPr sz="1200">
              <a:latin typeface="Courier New"/>
              <a:cs typeface="Courier New"/>
            </a:endParaRPr>
          </a:p>
          <a:p>
            <a:pPr marL="381000">
              <a:lnSpc>
                <a:spcPts val="1435"/>
              </a:lnSpc>
            </a:pPr>
            <a:r>
              <a:rPr dirty="0" sz="1200" spc="-10">
                <a:latin typeface="Courier New"/>
                <a:cs typeface="Courier New"/>
              </a:rPr>
              <a:t>&lt;/figure&gt;</a:t>
            </a:r>
            <a:endParaRPr sz="1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200">
              <a:latin typeface="Courier New"/>
              <a:cs typeface="Courier New"/>
            </a:endParaRPr>
          </a:p>
          <a:p>
            <a:pPr marL="381000">
              <a:lnSpc>
                <a:spcPct val="100000"/>
              </a:lnSpc>
            </a:pPr>
            <a:r>
              <a:rPr dirty="0" sz="1200">
                <a:latin typeface="Courier New"/>
                <a:cs typeface="Courier New"/>
              </a:rPr>
              <a:t>&lt;!--</a:t>
            </a:r>
            <a:r>
              <a:rPr dirty="0" sz="1200" spc="-20">
                <a:latin typeface="Courier New"/>
                <a:cs typeface="Courier New"/>
              </a:rPr>
              <a:t> </a:t>
            </a:r>
            <a:r>
              <a:rPr dirty="0" sz="1200">
                <a:latin typeface="Courier New"/>
                <a:cs typeface="Courier New"/>
              </a:rPr>
              <a:t>About</a:t>
            </a:r>
            <a:r>
              <a:rPr dirty="0" sz="1200" spc="-15">
                <a:latin typeface="Courier New"/>
                <a:cs typeface="Courier New"/>
              </a:rPr>
              <a:t> </a:t>
            </a:r>
            <a:r>
              <a:rPr dirty="0" sz="1200">
                <a:latin typeface="Courier New"/>
                <a:cs typeface="Courier New"/>
              </a:rPr>
              <a:t>Section</a:t>
            </a:r>
            <a:r>
              <a:rPr dirty="0" sz="1200" spc="10">
                <a:latin typeface="Courier New"/>
                <a:cs typeface="Courier New"/>
              </a:rPr>
              <a:t> </a:t>
            </a:r>
            <a:r>
              <a:rPr dirty="0" sz="1200">
                <a:latin typeface="Courier New"/>
                <a:cs typeface="Courier New"/>
              </a:rPr>
              <a:t>-</a:t>
            </a:r>
            <a:r>
              <a:rPr dirty="0" sz="1200" spc="-35">
                <a:latin typeface="Courier New"/>
                <a:cs typeface="Courier New"/>
              </a:rPr>
              <a:t>-</a:t>
            </a:r>
            <a:r>
              <a:rPr dirty="0" sz="1200" spc="-50">
                <a:latin typeface="Courier New"/>
                <a:cs typeface="Courier New"/>
              </a:rPr>
              <a:t>&gt;</a:t>
            </a:r>
            <a:endParaRPr sz="1200">
              <a:latin typeface="Courier New"/>
              <a:cs typeface="Courier New"/>
            </a:endParaRPr>
          </a:p>
          <a:p>
            <a:pPr marL="381000">
              <a:lnSpc>
                <a:spcPts val="1435"/>
              </a:lnSpc>
              <a:spcBef>
                <a:spcPts val="60"/>
              </a:spcBef>
            </a:pPr>
            <a:r>
              <a:rPr dirty="0" sz="1200">
                <a:latin typeface="Courier New"/>
                <a:cs typeface="Courier New"/>
              </a:rPr>
              <a:t>&lt;section</a:t>
            </a:r>
            <a:r>
              <a:rPr dirty="0" sz="1200" spc="-75">
                <a:latin typeface="Courier New"/>
                <a:cs typeface="Courier New"/>
              </a:rPr>
              <a:t> </a:t>
            </a:r>
            <a:r>
              <a:rPr dirty="0" sz="1200">
                <a:latin typeface="Courier New"/>
                <a:cs typeface="Courier New"/>
              </a:rPr>
              <a:t>id="about"</a:t>
            </a:r>
            <a:r>
              <a:rPr dirty="0" sz="1200" spc="-75">
                <a:latin typeface="Courier New"/>
                <a:cs typeface="Courier New"/>
              </a:rPr>
              <a:t> </a:t>
            </a:r>
            <a:r>
              <a:rPr dirty="0" sz="1200" spc="-10">
                <a:latin typeface="Courier New"/>
                <a:cs typeface="Courier New"/>
              </a:rPr>
              <a:t>class="about"&gt;</a:t>
            </a:r>
            <a:endParaRPr sz="1200">
              <a:latin typeface="Courier New"/>
              <a:cs typeface="Courier New"/>
            </a:endParaRPr>
          </a:p>
          <a:p>
            <a:pPr marL="749935">
              <a:lnSpc>
                <a:spcPts val="1430"/>
              </a:lnSpc>
            </a:pPr>
            <a:r>
              <a:rPr dirty="0" sz="1200">
                <a:latin typeface="Courier New"/>
                <a:cs typeface="Courier New"/>
              </a:rPr>
              <a:t>&lt;h2&gt;About</a:t>
            </a:r>
            <a:r>
              <a:rPr dirty="0" sz="1200" spc="-40">
                <a:latin typeface="Courier New"/>
                <a:cs typeface="Courier New"/>
              </a:rPr>
              <a:t> </a:t>
            </a:r>
            <a:r>
              <a:rPr dirty="0" sz="1200" spc="-10">
                <a:latin typeface="Courier New"/>
                <a:cs typeface="Courier New"/>
              </a:rPr>
              <a:t>Me&lt;/h2&gt;</a:t>
            </a:r>
            <a:endParaRPr sz="1200">
              <a:latin typeface="Courier New"/>
              <a:cs typeface="Courier New"/>
            </a:endParaRPr>
          </a:p>
          <a:p>
            <a:pPr marL="749935">
              <a:lnSpc>
                <a:spcPts val="1430"/>
              </a:lnSpc>
            </a:pPr>
            <a:r>
              <a:rPr dirty="0" sz="1200">
                <a:latin typeface="Courier New"/>
                <a:cs typeface="Courier New"/>
              </a:rPr>
              <a:t>&lt;p&gt;&lt;strong&gt;I</a:t>
            </a:r>
            <a:r>
              <a:rPr dirty="0" sz="1200" spc="-20">
                <a:latin typeface="Courier New"/>
                <a:cs typeface="Courier New"/>
              </a:rPr>
              <a:t> </a:t>
            </a:r>
            <a:r>
              <a:rPr dirty="0" sz="1200">
                <a:latin typeface="Courier New"/>
                <a:cs typeface="Courier New"/>
              </a:rPr>
              <a:t>enjoy</a:t>
            </a:r>
            <a:r>
              <a:rPr dirty="0" sz="1200" spc="-20">
                <a:latin typeface="Courier New"/>
                <a:cs typeface="Courier New"/>
              </a:rPr>
              <a:t> </a:t>
            </a:r>
            <a:r>
              <a:rPr dirty="0" sz="1200">
                <a:latin typeface="Courier New"/>
                <a:cs typeface="Courier New"/>
              </a:rPr>
              <a:t>coding,</a:t>
            </a:r>
            <a:r>
              <a:rPr dirty="0" sz="1200" spc="-85">
                <a:latin typeface="Courier New"/>
                <a:cs typeface="Courier New"/>
              </a:rPr>
              <a:t> </a:t>
            </a:r>
            <a:r>
              <a:rPr dirty="0" sz="1200">
                <a:latin typeface="Courier New"/>
                <a:cs typeface="Courier New"/>
              </a:rPr>
              <a:t>exploring</a:t>
            </a:r>
            <a:r>
              <a:rPr dirty="0" sz="1200" spc="-20">
                <a:latin typeface="Courier New"/>
                <a:cs typeface="Courier New"/>
              </a:rPr>
              <a:t> </a:t>
            </a:r>
            <a:r>
              <a:rPr dirty="0" sz="1200">
                <a:latin typeface="Courier New"/>
                <a:cs typeface="Courier New"/>
              </a:rPr>
              <a:t>new</a:t>
            </a:r>
            <a:r>
              <a:rPr dirty="0" sz="1200" spc="-85">
                <a:latin typeface="Courier New"/>
                <a:cs typeface="Courier New"/>
              </a:rPr>
              <a:t> </a:t>
            </a:r>
            <a:r>
              <a:rPr dirty="0" sz="1200">
                <a:latin typeface="Courier New"/>
                <a:cs typeface="Courier New"/>
              </a:rPr>
              <a:t>technologies,</a:t>
            </a:r>
            <a:r>
              <a:rPr dirty="0" sz="1200" spc="-20">
                <a:latin typeface="Courier New"/>
                <a:cs typeface="Courier New"/>
              </a:rPr>
              <a:t> </a:t>
            </a:r>
            <a:r>
              <a:rPr dirty="0" sz="1200">
                <a:latin typeface="Courier New"/>
                <a:cs typeface="Courier New"/>
              </a:rPr>
              <a:t>and</a:t>
            </a:r>
            <a:r>
              <a:rPr dirty="0" sz="1200" spc="-85">
                <a:latin typeface="Courier New"/>
                <a:cs typeface="Courier New"/>
              </a:rPr>
              <a:t> </a:t>
            </a:r>
            <a:r>
              <a:rPr dirty="0" sz="1200">
                <a:latin typeface="Courier New"/>
                <a:cs typeface="Courier New"/>
              </a:rPr>
              <a:t>building</a:t>
            </a:r>
            <a:r>
              <a:rPr dirty="0" sz="1200" spc="-85">
                <a:latin typeface="Courier New"/>
                <a:cs typeface="Courier New"/>
              </a:rPr>
              <a:t> </a:t>
            </a:r>
            <a:r>
              <a:rPr dirty="0" sz="1200" spc="-10">
                <a:latin typeface="Courier New"/>
                <a:cs typeface="Courier New"/>
              </a:rPr>
              <a:t>small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ts val="1435"/>
              </a:lnSpc>
            </a:pPr>
            <a:r>
              <a:rPr dirty="0" sz="1200" spc="-10">
                <a:latin typeface="Courier New"/>
                <a:cs typeface="Courier New"/>
              </a:rPr>
              <a:t>projects.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83681" y="3400425"/>
            <a:ext cx="21336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ourier New"/>
                <a:cs typeface="Courier New"/>
              </a:rPr>
              <a:t>meaningful</a:t>
            </a:r>
            <a:r>
              <a:rPr dirty="0" sz="1200" spc="-90">
                <a:latin typeface="Courier New"/>
                <a:cs typeface="Courier New"/>
              </a:rPr>
              <a:t> </a:t>
            </a:r>
            <a:r>
              <a:rPr dirty="0" sz="1200">
                <a:latin typeface="Courier New"/>
                <a:cs typeface="Courier New"/>
              </a:rPr>
              <a:t>things</a:t>
            </a:r>
            <a:r>
              <a:rPr dirty="0" sz="1200" spc="-20">
                <a:latin typeface="Courier New"/>
                <a:cs typeface="Courier New"/>
              </a:rPr>
              <a:t> using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5134" y="3400425"/>
            <a:ext cx="5265420" cy="762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118235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ourier New"/>
                <a:cs typeface="Courier New"/>
              </a:rPr>
              <a:t>My</a:t>
            </a:r>
            <a:r>
              <a:rPr dirty="0" sz="1200" spc="-30">
                <a:latin typeface="Courier New"/>
                <a:cs typeface="Courier New"/>
              </a:rPr>
              <a:t> </a:t>
            </a:r>
            <a:r>
              <a:rPr dirty="0" sz="1200">
                <a:latin typeface="Courier New"/>
                <a:cs typeface="Courier New"/>
              </a:rPr>
              <a:t>goal</a:t>
            </a:r>
            <a:r>
              <a:rPr dirty="0" sz="1200" spc="-25">
                <a:latin typeface="Courier New"/>
                <a:cs typeface="Courier New"/>
              </a:rPr>
              <a:t> </a:t>
            </a:r>
            <a:r>
              <a:rPr dirty="0" sz="1200">
                <a:latin typeface="Courier New"/>
                <a:cs typeface="Courier New"/>
              </a:rPr>
              <a:t>is</a:t>
            </a:r>
            <a:r>
              <a:rPr dirty="0" sz="1200" spc="-30">
                <a:latin typeface="Courier New"/>
                <a:cs typeface="Courier New"/>
              </a:rPr>
              <a:t> </a:t>
            </a:r>
            <a:r>
              <a:rPr dirty="0" sz="1200">
                <a:latin typeface="Courier New"/>
                <a:cs typeface="Courier New"/>
              </a:rPr>
              <a:t>to</a:t>
            </a:r>
            <a:r>
              <a:rPr dirty="0" sz="1200" spc="-25">
                <a:latin typeface="Courier New"/>
                <a:cs typeface="Courier New"/>
              </a:rPr>
              <a:t> </a:t>
            </a:r>
            <a:r>
              <a:rPr dirty="0" sz="1200">
                <a:latin typeface="Courier New"/>
                <a:cs typeface="Courier New"/>
              </a:rPr>
              <a:t>improve</a:t>
            </a:r>
            <a:r>
              <a:rPr dirty="0" sz="1200" spc="45">
                <a:latin typeface="Courier New"/>
                <a:cs typeface="Courier New"/>
              </a:rPr>
              <a:t> </a:t>
            </a:r>
            <a:r>
              <a:rPr dirty="0" sz="1200">
                <a:latin typeface="Courier New"/>
                <a:cs typeface="Courier New"/>
              </a:rPr>
              <a:t>step</a:t>
            </a:r>
            <a:r>
              <a:rPr dirty="0" sz="1200" spc="-30">
                <a:latin typeface="Courier New"/>
                <a:cs typeface="Courier New"/>
              </a:rPr>
              <a:t> </a:t>
            </a:r>
            <a:r>
              <a:rPr dirty="0" sz="1200">
                <a:latin typeface="Courier New"/>
                <a:cs typeface="Courier New"/>
              </a:rPr>
              <a:t>by</a:t>
            </a:r>
            <a:r>
              <a:rPr dirty="0" sz="1200" spc="-25">
                <a:latin typeface="Courier New"/>
                <a:cs typeface="Courier New"/>
              </a:rPr>
              <a:t> </a:t>
            </a:r>
            <a:r>
              <a:rPr dirty="0" sz="1200">
                <a:latin typeface="Courier New"/>
                <a:cs typeface="Courier New"/>
              </a:rPr>
              <a:t>step</a:t>
            </a:r>
            <a:r>
              <a:rPr dirty="0" sz="1200" spc="-30">
                <a:latin typeface="Courier New"/>
                <a:cs typeface="Courier New"/>
              </a:rPr>
              <a:t> </a:t>
            </a:r>
            <a:r>
              <a:rPr dirty="0" sz="1200">
                <a:latin typeface="Courier New"/>
                <a:cs typeface="Courier New"/>
              </a:rPr>
              <a:t>and</a:t>
            </a:r>
            <a:r>
              <a:rPr dirty="0" sz="1200" spc="-25">
                <a:latin typeface="Courier New"/>
                <a:cs typeface="Courier New"/>
              </a:rPr>
              <a:t> </a:t>
            </a:r>
            <a:r>
              <a:rPr dirty="0" sz="1200" spc="-10">
                <a:latin typeface="Courier New"/>
                <a:cs typeface="Courier New"/>
              </a:rPr>
              <a:t>create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ts val="1435"/>
              </a:lnSpc>
              <a:spcBef>
                <a:spcPts val="60"/>
              </a:spcBef>
            </a:pPr>
            <a:r>
              <a:rPr dirty="0" sz="1200" spc="-10">
                <a:latin typeface="Courier New"/>
                <a:cs typeface="Courier New"/>
              </a:rPr>
              <a:t>code.&lt;/strong&gt;</a:t>
            </a:r>
            <a:endParaRPr sz="1200">
              <a:latin typeface="Courier New"/>
              <a:cs typeface="Courier New"/>
            </a:endParaRPr>
          </a:p>
          <a:p>
            <a:pPr marL="749935">
              <a:lnSpc>
                <a:spcPts val="1430"/>
              </a:lnSpc>
            </a:pPr>
            <a:r>
              <a:rPr dirty="0" sz="1200" spc="-20">
                <a:latin typeface="Courier New"/>
                <a:cs typeface="Courier New"/>
              </a:rPr>
              <a:t>&lt;/p&gt;</a:t>
            </a:r>
            <a:endParaRPr sz="1200">
              <a:latin typeface="Courier New"/>
              <a:cs typeface="Courier New"/>
            </a:endParaRPr>
          </a:p>
          <a:p>
            <a:pPr marL="381000">
              <a:lnSpc>
                <a:spcPts val="1435"/>
              </a:lnSpc>
            </a:pPr>
            <a:r>
              <a:rPr dirty="0" sz="1200" spc="-10">
                <a:latin typeface="Courier New"/>
                <a:cs typeface="Courier New"/>
              </a:rPr>
              <a:t>&lt;/section&gt;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13752" y="4315523"/>
            <a:ext cx="3333750" cy="18592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ourier New"/>
                <a:cs typeface="Courier New"/>
              </a:rPr>
              <a:t>&lt;!--</a:t>
            </a:r>
            <a:r>
              <a:rPr dirty="0" sz="1200" spc="-50">
                <a:latin typeface="Courier New"/>
                <a:cs typeface="Courier New"/>
              </a:rPr>
              <a:t> </a:t>
            </a:r>
            <a:r>
              <a:rPr dirty="0" sz="1200">
                <a:latin typeface="Courier New"/>
                <a:cs typeface="Courier New"/>
              </a:rPr>
              <a:t>Skills</a:t>
            </a:r>
            <a:r>
              <a:rPr dirty="0" sz="1200" spc="25">
                <a:latin typeface="Courier New"/>
                <a:cs typeface="Courier New"/>
              </a:rPr>
              <a:t> </a:t>
            </a:r>
            <a:r>
              <a:rPr dirty="0" sz="1200">
                <a:latin typeface="Courier New"/>
                <a:cs typeface="Courier New"/>
              </a:rPr>
              <a:t>Section</a:t>
            </a:r>
            <a:r>
              <a:rPr dirty="0" sz="1200" spc="-50">
                <a:latin typeface="Courier New"/>
                <a:cs typeface="Courier New"/>
              </a:rPr>
              <a:t> </a:t>
            </a:r>
            <a:r>
              <a:rPr dirty="0" sz="1200">
                <a:latin typeface="Courier New"/>
                <a:cs typeface="Courier New"/>
              </a:rPr>
              <a:t>-</a:t>
            </a:r>
            <a:r>
              <a:rPr dirty="0" sz="1200" spc="-40">
                <a:latin typeface="Courier New"/>
                <a:cs typeface="Courier New"/>
              </a:rPr>
              <a:t>-</a:t>
            </a:r>
            <a:r>
              <a:rPr dirty="0" sz="1200" spc="-50">
                <a:latin typeface="Courier New"/>
                <a:cs typeface="Courier New"/>
              </a:rPr>
              <a:t>&gt;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ts val="1435"/>
              </a:lnSpc>
              <a:spcBef>
                <a:spcPts val="65"/>
              </a:spcBef>
            </a:pPr>
            <a:r>
              <a:rPr dirty="0" sz="1200">
                <a:latin typeface="Courier New"/>
                <a:cs typeface="Courier New"/>
              </a:rPr>
              <a:t>&lt;section</a:t>
            </a:r>
            <a:r>
              <a:rPr dirty="0" sz="1200" spc="-65">
                <a:latin typeface="Courier New"/>
                <a:cs typeface="Courier New"/>
              </a:rPr>
              <a:t> </a:t>
            </a:r>
            <a:r>
              <a:rPr dirty="0" sz="1200">
                <a:latin typeface="Courier New"/>
                <a:cs typeface="Courier New"/>
              </a:rPr>
              <a:t>id="skills"</a:t>
            </a:r>
            <a:r>
              <a:rPr dirty="0" sz="1200" spc="-65">
                <a:latin typeface="Courier New"/>
                <a:cs typeface="Courier New"/>
              </a:rPr>
              <a:t> </a:t>
            </a:r>
            <a:r>
              <a:rPr dirty="0" sz="1200" spc="-10">
                <a:latin typeface="Courier New"/>
                <a:cs typeface="Courier New"/>
              </a:rPr>
              <a:t>class="skills"&gt;</a:t>
            </a:r>
            <a:endParaRPr sz="1200">
              <a:latin typeface="Courier New"/>
              <a:cs typeface="Courier New"/>
            </a:endParaRPr>
          </a:p>
          <a:p>
            <a:pPr marL="381000">
              <a:lnSpc>
                <a:spcPts val="1425"/>
              </a:lnSpc>
            </a:pPr>
            <a:r>
              <a:rPr dirty="0" sz="1200" spc="-10">
                <a:latin typeface="Courier New"/>
                <a:cs typeface="Courier New"/>
              </a:rPr>
              <a:t>&lt;h2&gt;Skills&lt;/h2&gt;</a:t>
            </a:r>
            <a:endParaRPr sz="1200">
              <a:latin typeface="Courier New"/>
              <a:cs typeface="Courier New"/>
            </a:endParaRPr>
          </a:p>
          <a:p>
            <a:pPr marL="381000">
              <a:lnSpc>
                <a:spcPts val="1430"/>
              </a:lnSpc>
            </a:pPr>
            <a:r>
              <a:rPr dirty="0" sz="1200">
                <a:latin typeface="Courier New"/>
                <a:cs typeface="Courier New"/>
              </a:rPr>
              <a:t>&lt;div</a:t>
            </a:r>
            <a:r>
              <a:rPr dirty="0" sz="1200" spc="35">
                <a:latin typeface="Courier New"/>
                <a:cs typeface="Courier New"/>
              </a:rPr>
              <a:t> </a:t>
            </a:r>
            <a:r>
              <a:rPr dirty="0" sz="1200" spc="-10">
                <a:latin typeface="Courier New"/>
                <a:cs typeface="Courier New"/>
              </a:rPr>
              <a:t>class="skill-</a:t>
            </a:r>
            <a:r>
              <a:rPr dirty="0" sz="1200" spc="-20">
                <a:latin typeface="Courier New"/>
                <a:cs typeface="Courier New"/>
              </a:rPr>
              <a:t>box"&gt;</a:t>
            </a:r>
            <a:endParaRPr sz="1200">
              <a:latin typeface="Courier New"/>
              <a:cs typeface="Courier New"/>
            </a:endParaRPr>
          </a:p>
          <a:p>
            <a:pPr marL="749300">
              <a:lnSpc>
                <a:spcPts val="1425"/>
              </a:lnSpc>
            </a:pPr>
            <a:r>
              <a:rPr dirty="0" sz="1200" spc="-10">
                <a:latin typeface="Courier New"/>
                <a:cs typeface="Courier New"/>
              </a:rPr>
              <a:t>&lt;p&gt;Python&lt;/p&gt;</a:t>
            </a:r>
            <a:endParaRPr sz="1200">
              <a:latin typeface="Courier New"/>
              <a:cs typeface="Courier New"/>
            </a:endParaRPr>
          </a:p>
          <a:p>
            <a:pPr marL="749300">
              <a:lnSpc>
                <a:spcPts val="1435"/>
              </a:lnSpc>
            </a:pPr>
            <a:r>
              <a:rPr dirty="0" sz="1200">
                <a:latin typeface="Courier New"/>
                <a:cs typeface="Courier New"/>
              </a:rPr>
              <a:t>&lt;p&gt;HTML</a:t>
            </a:r>
            <a:r>
              <a:rPr dirty="0" sz="1200" spc="-50">
                <a:latin typeface="Courier New"/>
                <a:cs typeface="Courier New"/>
              </a:rPr>
              <a:t> </a:t>
            </a:r>
            <a:r>
              <a:rPr dirty="0" sz="1200">
                <a:latin typeface="Courier New"/>
                <a:cs typeface="Courier New"/>
              </a:rPr>
              <a:t>&amp;</a:t>
            </a:r>
            <a:r>
              <a:rPr dirty="0" sz="1200" spc="25">
                <a:latin typeface="Courier New"/>
                <a:cs typeface="Courier New"/>
              </a:rPr>
              <a:t> </a:t>
            </a:r>
            <a:r>
              <a:rPr dirty="0" sz="1200" spc="-10">
                <a:latin typeface="Courier New"/>
                <a:cs typeface="Courier New"/>
              </a:rPr>
              <a:t>CSS&lt;/p&gt;</a:t>
            </a:r>
            <a:endParaRPr sz="1200">
              <a:latin typeface="Courier New"/>
              <a:cs typeface="Courier New"/>
            </a:endParaRPr>
          </a:p>
          <a:p>
            <a:pPr marL="749300">
              <a:lnSpc>
                <a:spcPts val="1435"/>
              </a:lnSpc>
              <a:spcBef>
                <a:spcPts val="60"/>
              </a:spcBef>
            </a:pPr>
            <a:r>
              <a:rPr dirty="0" sz="1200">
                <a:latin typeface="Courier New"/>
                <a:cs typeface="Courier New"/>
              </a:rPr>
              <a:t>&lt;p&gt;C</a:t>
            </a:r>
            <a:r>
              <a:rPr dirty="0" sz="1200" spc="-50">
                <a:latin typeface="Courier New"/>
                <a:cs typeface="Courier New"/>
              </a:rPr>
              <a:t> </a:t>
            </a:r>
            <a:r>
              <a:rPr dirty="0" sz="1200" spc="-10">
                <a:latin typeface="Courier New"/>
                <a:cs typeface="Courier New"/>
              </a:rPr>
              <a:t>Programming&lt;/p&gt;</a:t>
            </a:r>
            <a:endParaRPr sz="1200">
              <a:latin typeface="Courier New"/>
              <a:cs typeface="Courier New"/>
            </a:endParaRPr>
          </a:p>
          <a:p>
            <a:pPr marL="749300">
              <a:lnSpc>
                <a:spcPts val="1430"/>
              </a:lnSpc>
            </a:pPr>
            <a:r>
              <a:rPr dirty="0" sz="1200">
                <a:latin typeface="Courier New"/>
                <a:cs typeface="Courier New"/>
              </a:rPr>
              <a:t>&lt;p&gt;Java</a:t>
            </a:r>
            <a:r>
              <a:rPr dirty="0" sz="1200" spc="-75">
                <a:latin typeface="Courier New"/>
                <a:cs typeface="Courier New"/>
              </a:rPr>
              <a:t> </a:t>
            </a:r>
            <a:r>
              <a:rPr dirty="0" sz="1200" spc="-10">
                <a:latin typeface="Courier New"/>
                <a:cs typeface="Courier New"/>
              </a:rPr>
              <a:t>(Basics)&lt;/p&gt;</a:t>
            </a:r>
            <a:endParaRPr sz="1200">
              <a:latin typeface="Courier New"/>
              <a:cs typeface="Courier New"/>
            </a:endParaRPr>
          </a:p>
          <a:p>
            <a:pPr algn="r" marR="2395855">
              <a:lnSpc>
                <a:spcPts val="1430"/>
              </a:lnSpc>
            </a:pPr>
            <a:r>
              <a:rPr dirty="0" sz="1200" spc="-10">
                <a:latin typeface="Courier New"/>
                <a:cs typeface="Courier New"/>
              </a:rPr>
              <a:t>&lt;/div&gt;</a:t>
            </a:r>
            <a:endParaRPr sz="1200">
              <a:latin typeface="Courier New"/>
              <a:cs typeface="Courier New"/>
            </a:endParaRPr>
          </a:p>
          <a:p>
            <a:pPr algn="r" marR="2393950">
              <a:lnSpc>
                <a:spcPts val="1435"/>
              </a:lnSpc>
            </a:pPr>
            <a:r>
              <a:rPr dirty="0" sz="1200" spc="-10">
                <a:latin typeface="Courier New"/>
                <a:cs typeface="Courier New"/>
              </a:rPr>
              <a:t>&lt;/section&gt;</a:t>
            </a:r>
            <a:endParaRPr sz="12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7145">
              <a:lnSpc>
                <a:spcPct val="100000"/>
              </a:lnSpc>
              <a:spcBef>
                <a:spcPts val="130"/>
              </a:spcBef>
            </a:pPr>
            <a:r>
              <a:rPr dirty="0"/>
              <a:t>HTML</a:t>
            </a:r>
            <a:r>
              <a:rPr dirty="0" spc="-85"/>
              <a:t> </a:t>
            </a:r>
            <a:r>
              <a:rPr dirty="0"/>
              <a:t>Code</a:t>
            </a:r>
            <a:r>
              <a:rPr dirty="0" spc="-105"/>
              <a:t> </a:t>
            </a:r>
            <a:r>
              <a:rPr dirty="0"/>
              <a:t>(Part</a:t>
            </a:r>
            <a:r>
              <a:rPr dirty="0" spc="-65"/>
              <a:t> </a:t>
            </a:r>
            <a:r>
              <a:rPr dirty="0" spc="-25"/>
              <a:t>3)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3752" y="1206182"/>
            <a:ext cx="7673975" cy="46062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435"/>
              </a:lnSpc>
              <a:spcBef>
                <a:spcPts val="100"/>
              </a:spcBef>
            </a:pPr>
            <a:r>
              <a:rPr dirty="0" sz="1200">
                <a:latin typeface="Courier New"/>
                <a:cs typeface="Courier New"/>
              </a:rPr>
              <a:t>&lt;!--</a:t>
            </a:r>
            <a:r>
              <a:rPr dirty="0" sz="1200" spc="-25">
                <a:latin typeface="Courier New"/>
                <a:cs typeface="Courier New"/>
              </a:rPr>
              <a:t> </a:t>
            </a:r>
            <a:r>
              <a:rPr dirty="0" sz="1200">
                <a:latin typeface="Courier New"/>
                <a:cs typeface="Courier New"/>
              </a:rPr>
              <a:t>Projects</a:t>
            </a:r>
            <a:r>
              <a:rPr dirty="0" sz="1200" spc="-25">
                <a:latin typeface="Courier New"/>
                <a:cs typeface="Courier New"/>
              </a:rPr>
              <a:t> </a:t>
            </a:r>
            <a:r>
              <a:rPr dirty="0" sz="1200">
                <a:latin typeface="Courier New"/>
                <a:cs typeface="Courier New"/>
              </a:rPr>
              <a:t>-</a:t>
            </a:r>
            <a:r>
              <a:rPr dirty="0" sz="1200" spc="-35">
                <a:latin typeface="Courier New"/>
                <a:cs typeface="Courier New"/>
              </a:rPr>
              <a:t>-</a:t>
            </a:r>
            <a:r>
              <a:rPr dirty="0" sz="1200" spc="-50">
                <a:latin typeface="Courier New"/>
                <a:cs typeface="Courier New"/>
              </a:rPr>
              <a:t>&gt;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ts val="1425"/>
              </a:lnSpc>
            </a:pPr>
            <a:r>
              <a:rPr dirty="0" sz="1200">
                <a:latin typeface="Courier New"/>
                <a:cs typeface="Courier New"/>
              </a:rPr>
              <a:t>&lt;section</a:t>
            </a:r>
            <a:r>
              <a:rPr dirty="0" sz="1200" spc="-85">
                <a:latin typeface="Courier New"/>
                <a:cs typeface="Courier New"/>
              </a:rPr>
              <a:t> </a:t>
            </a:r>
            <a:r>
              <a:rPr dirty="0" sz="1200">
                <a:latin typeface="Courier New"/>
                <a:cs typeface="Courier New"/>
              </a:rPr>
              <a:t>id="projects"</a:t>
            </a:r>
            <a:r>
              <a:rPr dirty="0" sz="1200" spc="-85">
                <a:latin typeface="Courier New"/>
                <a:cs typeface="Courier New"/>
              </a:rPr>
              <a:t> </a:t>
            </a:r>
            <a:r>
              <a:rPr dirty="0" sz="1200" spc="-10">
                <a:latin typeface="Courier New"/>
                <a:cs typeface="Courier New"/>
              </a:rPr>
              <a:t>class="projects"&gt;</a:t>
            </a:r>
            <a:endParaRPr sz="1200">
              <a:latin typeface="Courier New"/>
              <a:cs typeface="Courier New"/>
            </a:endParaRPr>
          </a:p>
          <a:p>
            <a:pPr marL="381000">
              <a:lnSpc>
                <a:spcPts val="1435"/>
              </a:lnSpc>
            </a:pPr>
            <a:r>
              <a:rPr dirty="0" sz="1200" spc="-10">
                <a:latin typeface="Courier New"/>
                <a:cs typeface="Courier New"/>
              </a:rPr>
              <a:t>&lt;h2&gt;Projects&lt;/h2&gt;</a:t>
            </a:r>
            <a:endParaRPr sz="1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200">
              <a:latin typeface="Courier New"/>
              <a:cs typeface="Courier New"/>
            </a:endParaRPr>
          </a:p>
          <a:p>
            <a:pPr marL="381000">
              <a:lnSpc>
                <a:spcPts val="1435"/>
              </a:lnSpc>
            </a:pPr>
            <a:r>
              <a:rPr dirty="0" sz="1200">
                <a:latin typeface="Courier New"/>
                <a:cs typeface="Courier New"/>
              </a:rPr>
              <a:t>&lt;div</a:t>
            </a:r>
            <a:r>
              <a:rPr dirty="0" sz="1200" spc="45">
                <a:latin typeface="Courier New"/>
                <a:cs typeface="Courier New"/>
              </a:rPr>
              <a:t> </a:t>
            </a:r>
            <a:r>
              <a:rPr dirty="0" sz="1200" spc="-10">
                <a:latin typeface="Courier New"/>
                <a:cs typeface="Courier New"/>
              </a:rPr>
              <a:t>class="project-card"&gt;</a:t>
            </a:r>
            <a:endParaRPr sz="1200">
              <a:latin typeface="Courier New"/>
              <a:cs typeface="Courier New"/>
            </a:endParaRPr>
          </a:p>
          <a:p>
            <a:pPr marL="749300">
              <a:lnSpc>
                <a:spcPts val="1425"/>
              </a:lnSpc>
            </a:pPr>
            <a:r>
              <a:rPr dirty="0" sz="1200">
                <a:latin typeface="Courier New"/>
                <a:cs typeface="Courier New"/>
              </a:rPr>
              <a:t>&lt;h3&gt;1.</a:t>
            </a:r>
            <a:r>
              <a:rPr dirty="0" sz="1200" spc="-25">
                <a:latin typeface="Courier New"/>
                <a:cs typeface="Courier New"/>
              </a:rPr>
              <a:t> </a:t>
            </a:r>
            <a:r>
              <a:rPr dirty="0" sz="1200">
                <a:latin typeface="Courier New"/>
                <a:cs typeface="Courier New"/>
              </a:rPr>
              <a:t>Basic</a:t>
            </a:r>
            <a:r>
              <a:rPr dirty="0" sz="1200" spc="-20">
                <a:latin typeface="Courier New"/>
                <a:cs typeface="Courier New"/>
              </a:rPr>
              <a:t> </a:t>
            </a:r>
            <a:r>
              <a:rPr dirty="0" sz="1200" spc="-10">
                <a:latin typeface="Courier New"/>
                <a:cs typeface="Courier New"/>
              </a:rPr>
              <a:t>Calculator&lt;/h3&gt;</a:t>
            </a:r>
            <a:endParaRPr sz="1200">
              <a:latin typeface="Courier New"/>
              <a:cs typeface="Courier New"/>
            </a:endParaRPr>
          </a:p>
          <a:p>
            <a:pPr marL="749300">
              <a:lnSpc>
                <a:spcPts val="1425"/>
              </a:lnSpc>
            </a:pPr>
            <a:r>
              <a:rPr dirty="0" sz="1200">
                <a:latin typeface="Courier New"/>
                <a:cs typeface="Courier New"/>
              </a:rPr>
              <a:t>&lt;p&gt;A</a:t>
            </a:r>
            <a:r>
              <a:rPr dirty="0" sz="1200" spc="-20">
                <a:latin typeface="Courier New"/>
                <a:cs typeface="Courier New"/>
              </a:rPr>
              <a:t> </a:t>
            </a:r>
            <a:r>
              <a:rPr dirty="0" sz="1200">
                <a:latin typeface="Courier New"/>
                <a:cs typeface="Courier New"/>
              </a:rPr>
              <a:t>simple</a:t>
            </a:r>
            <a:r>
              <a:rPr dirty="0" sz="1200" spc="-20">
                <a:latin typeface="Courier New"/>
                <a:cs typeface="Courier New"/>
              </a:rPr>
              <a:t> </a:t>
            </a:r>
            <a:r>
              <a:rPr dirty="0" sz="1200" spc="-10">
                <a:latin typeface="Courier New"/>
                <a:cs typeface="Courier New"/>
              </a:rPr>
              <a:t>command-</a:t>
            </a:r>
            <a:r>
              <a:rPr dirty="0" sz="1200">
                <a:latin typeface="Courier New"/>
                <a:cs typeface="Courier New"/>
              </a:rPr>
              <a:t>line</a:t>
            </a:r>
            <a:r>
              <a:rPr dirty="0" sz="1200" spc="-15">
                <a:latin typeface="Courier New"/>
                <a:cs typeface="Courier New"/>
              </a:rPr>
              <a:t> </a:t>
            </a:r>
            <a:r>
              <a:rPr dirty="0" sz="1200" spc="-10">
                <a:latin typeface="Courier New"/>
                <a:cs typeface="Courier New"/>
              </a:rPr>
              <a:t>calculator.&lt;/p&gt;</a:t>
            </a:r>
            <a:endParaRPr sz="1200">
              <a:latin typeface="Courier New"/>
              <a:cs typeface="Courier New"/>
            </a:endParaRPr>
          </a:p>
          <a:p>
            <a:pPr marL="381000">
              <a:lnSpc>
                <a:spcPts val="1435"/>
              </a:lnSpc>
            </a:pPr>
            <a:r>
              <a:rPr dirty="0" sz="1200" spc="-10">
                <a:latin typeface="Courier New"/>
                <a:cs typeface="Courier New"/>
              </a:rPr>
              <a:t>&lt;/div&gt;</a:t>
            </a:r>
            <a:endParaRPr sz="1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1200">
              <a:latin typeface="Courier New"/>
              <a:cs typeface="Courier New"/>
            </a:endParaRPr>
          </a:p>
          <a:p>
            <a:pPr marL="381000">
              <a:lnSpc>
                <a:spcPts val="1435"/>
              </a:lnSpc>
            </a:pPr>
            <a:r>
              <a:rPr dirty="0" sz="1200">
                <a:latin typeface="Courier New"/>
                <a:cs typeface="Courier New"/>
              </a:rPr>
              <a:t>&lt;div</a:t>
            </a:r>
            <a:r>
              <a:rPr dirty="0" sz="1200" spc="45">
                <a:latin typeface="Courier New"/>
                <a:cs typeface="Courier New"/>
              </a:rPr>
              <a:t> </a:t>
            </a:r>
            <a:r>
              <a:rPr dirty="0" sz="1200" spc="-10">
                <a:latin typeface="Courier New"/>
                <a:cs typeface="Courier New"/>
              </a:rPr>
              <a:t>class="project-card"&gt;</a:t>
            </a:r>
            <a:endParaRPr sz="1200">
              <a:latin typeface="Courier New"/>
              <a:cs typeface="Courier New"/>
            </a:endParaRPr>
          </a:p>
          <a:p>
            <a:pPr marL="749300">
              <a:lnSpc>
                <a:spcPts val="1430"/>
              </a:lnSpc>
            </a:pPr>
            <a:r>
              <a:rPr dirty="0" sz="1200">
                <a:latin typeface="Courier New"/>
                <a:cs typeface="Courier New"/>
              </a:rPr>
              <a:t>&lt;h3&gt;2.</a:t>
            </a:r>
            <a:r>
              <a:rPr dirty="0" sz="1200" spc="-10">
                <a:latin typeface="Courier New"/>
                <a:cs typeface="Courier New"/>
              </a:rPr>
              <a:t> </a:t>
            </a:r>
            <a:r>
              <a:rPr dirty="0" sz="1200">
                <a:latin typeface="Courier New"/>
                <a:cs typeface="Courier New"/>
              </a:rPr>
              <a:t>Number</a:t>
            </a:r>
            <a:r>
              <a:rPr dirty="0" sz="1200" spc="-75">
                <a:latin typeface="Courier New"/>
                <a:cs typeface="Courier New"/>
              </a:rPr>
              <a:t> </a:t>
            </a:r>
            <a:r>
              <a:rPr dirty="0" sz="1200">
                <a:latin typeface="Courier New"/>
                <a:cs typeface="Courier New"/>
              </a:rPr>
              <a:t>Guessing</a:t>
            </a:r>
            <a:r>
              <a:rPr dirty="0" sz="1200" spc="-70">
                <a:latin typeface="Courier New"/>
                <a:cs typeface="Courier New"/>
              </a:rPr>
              <a:t> </a:t>
            </a:r>
            <a:r>
              <a:rPr dirty="0" sz="1200" spc="-10">
                <a:latin typeface="Courier New"/>
                <a:cs typeface="Courier New"/>
              </a:rPr>
              <a:t>Game&lt;/h3&gt;</a:t>
            </a:r>
            <a:endParaRPr sz="1200">
              <a:latin typeface="Courier New"/>
              <a:cs typeface="Courier New"/>
            </a:endParaRPr>
          </a:p>
          <a:p>
            <a:pPr marL="749300">
              <a:lnSpc>
                <a:spcPts val="1425"/>
              </a:lnSpc>
            </a:pPr>
            <a:r>
              <a:rPr dirty="0" sz="1200">
                <a:latin typeface="Courier New"/>
                <a:cs typeface="Courier New"/>
              </a:rPr>
              <a:t>&lt;p&gt;Guess</a:t>
            </a:r>
            <a:r>
              <a:rPr dirty="0" sz="1200" spc="-55">
                <a:latin typeface="Courier New"/>
                <a:cs typeface="Courier New"/>
              </a:rPr>
              <a:t> </a:t>
            </a:r>
            <a:r>
              <a:rPr dirty="0" sz="1200">
                <a:latin typeface="Courier New"/>
                <a:cs typeface="Courier New"/>
              </a:rPr>
              <a:t>a</a:t>
            </a:r>
            <a:r>
              <a:rPr dirty="0" sz="1200" spc="-55">
                <a:latin typeface="Courier New"/>
                <a:cs typeface="Courier New"/>
              </a:rPr>
              <a:t> </a:t>
            </a:r>
            <a:r>
              <a:rPr dirty="0" sz="1200">
                <a:latin typeface="Courier New"/>
                <a:cs typeface="Courier New"/>
              </a:rPr>
              <a:t>random</a:t>
            </a:r>
            <a:r>
              <a:rPr dirty="0" sz="1200" spc="-55">
                <a:latin typeface="Courier New"/>
                <a:cs typeface="Courier New"/>
              </a:rPr>
              <a:t> </a:t>
            </a:r>
            <a:r>
              <a:rPr dirty="0" sz="1200">
                <a:latin typeface="Courier New"/>
                <a:cs typeface="Courier New"/>
              </a:rPr>
              <a:t>number</a:t>
            </a:r>
            <a:r>
              <a:rPr dirty="0" sz="1200" spc="20">
                <a:latin typeface="Courier New"/>
                <a:cs typeface="Courier New"/>
              </a:rPr>
              <a:t> </a:t>
            </a:r>
            <a:r>
              <a:rPr dirty="0" sz="1200">
                <a:latin typeface="Courier New"/>
                <a:cs typeface="Courier New"/>
              </a:rPr>
              <a:t>within</a:t>
            </a:r>
            <a:r>
              <a:rPr dirty="0" sz="1200" spc="-55">
                <a:latin typeface="Courier New"/>
                <a:cs typeface="Courier New"/>
              </a:rPr>
              <a:t> </a:t>
            </a:r>
            <a:r>
              <a:rPr dirty="0" sz="1200" spc="-10">
                <a:latin typeface="Courier New"/>
                <a:cs typeface="Courier New"/>
              </a:rPr>
              <a:t>attempts.&lt;/p&gt;</a:t>
            </a:r>
            <a:endParaRPr sz="1200">
              <a:latin typeface="Courier New"/>
              <a:cs typeface="Courier New"/>
            </a:endParaRPr>
          </a:p>
          <a:p>
            <a:pPr marL="381000">
              <a:lnSpc>
                <a:spcPts val="1435"/>
              </a:lnSpc>
            </a:pPr>
            <a:r>
              <a:rPr dirty="0" sz="1200" spc="-10">
                <a:latin typeface="Courier New"/>
                <a:cs typeface="Courier New"/>
              </a:rPr>
              <a:t>&lt;/div&gt;</a:t>
            </a:r>
            <a:endParaRPr sz="1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200">
              <a:latin typeface="Courier New"/>
              <a:cs typeface="Courier New"/>
            </a:endParaRPr>
          </a:p>
          <a:p>
            <a:pPr marL="381000">
              <a:lnSpc>
                <a:spcPts val="1435"/>
              </a:lnSpc>
            </a:pPr>
            <a:r>
              <a:rPr dirty="0" sz="1200">
                <a:latin typeface="Courier New"/>
                <a:cs typeface="Courier New"/>
              </a:rPr>
              <a:t>&lt;div</a:t>
            </a:r>
            <a:r>
              <a:rPr dirty="0" sz="1200" spc="45">
                <a:latin typeface="Courier New"/>
                <a:cs typeface="Courier New"/>
              </a:rPr>
              <a:t> </a:t>
            </a:r>
            <a:r>
              <a:rPr dirty="0" sz="1200" spc="-10">
                <a:latin typeface="Courier New"/>
                <a:cs typeface="Courier New"/>
              </a:rPr>
              <a:t>class="project-card"&gt;</a:t>
            </a:r>
            <a:endParaRPr sz="1200">
              <a:latin typeface="Courier New"/>
              <a:cs typeface="Courier New"/>
            </a:endParaRPr>
          </a:p>
          <a:p>
            <a:pPr marL="749300">
              <a:lnSpc>
                <a:spcPts val="1430"/>
              </a:lnSpc>
            </a:pPr>
            <a:r>
              <a:rPr dirty="0" sz="1200">
                <a:latin typeface="Courier New"/>
                <a:cs typeface="Courier New"/>
              </a:rPr>
              <a:t>&lt;h3&gt;3.</a:t>
            </a:r>
            <a:r>
              <a:rPr dirty="0" sz="1200" spc="-30">
                <a:latin typeface="Courier New"/>
                <a:cs typeface="Courier New"/>
              </a:rPr>
              <a:t> </a:t>
            </a:r>
            <a:r>
              <a:rPr dirty="0" sz="1200">
                <a:latin typeface="Courier New"/>
                <a:cs typeface="Courier New"/>
              </a:rPr>
              <a:t>Snake</a:t>
            </a:r>
            <a:r>
              <a:rPr dirty="0" sz="1200" spc="-25">
                <a:latin typeface="Courier New"/>
                <a:cs typeface="Courier New"/>
              </a:rPr>
              <a:t> </a:t>
            </a:r>
            <a:r>
              <a:rPr dirty="0" sz="1200">
                <a:latin typeface="Courier New"/>
                <a:cs typeface="Courier New"/>
              </a:rPr>
              <a:t>Water</a:t>
            </a:r>
            <a:r>
              <a:rPr dirty="0" sz="1200" spc="-25">
                <a:latin typeface="Courier New"/>
                <a:cs typeface="Courier New"/>
              </a:rPr>
              <a:t> </a:t>
            </a:r>
            <a:r>
              <a:rPr dirty="0" sz="1200" spc="-10">
                <a:latin typeface="Courier New"/>
                <a:cs typeface="Courier New"/>
              </a:rPr>
              <a:t>Gun&lt;/h3&gt;</a:t>
            </a:r>
            <a:endParaRPr sz="1200">
              <a:latin typeface="Courier New"/>
              <a:cs typeface="Courier New"/>
            </a:endParaRPr>
          </a:p>
          <a:p>
            <a:pPr marL="749300">
              <a:lnSpc>
                <a:spcPts val="1425"/>
              </a:lnSpc>
            </a:pPr>
            <a:r>
              <a:rPr dirty="0" sz="1200">
                <a:latin typeface="Courier New"/>
                <a:cs typeface="Courier New"/>
              </a:rPr>
              <a:t>&lt;p&gt;Fun Python</a:t>
            </a:r>
            <a:r>
              <a:rPr dirty="0" sz="1200" spc="-65">
                <a:latin typeface="Courier New"/>
                <a:cs typeface="Courier New"/>
              </a:rPr>
              <a:t> </a:t>
            </a:r>
            <a:r>
              <a:rPr dirty="0" sz="1200">
                <a:latin typeface="Courier New"/>
                <a:cs typeface="Courier New"/>
              </a:rPr>
              <a:t>game</a:t>
            </a:r>
            <a:r>
              <a:rPr dirty="0" sz="1200" spc="5">
                <a:latin typeface="Courier New"/>
                <a:cs typeface="Courier New"/>
              </a:rPr>
              <a:t> </a:t>
            </a:r>
            <a:r>
              <a:rPr dirty="0" sz="1200">
                <a:latin typeface="Courier New"/>
                <a:cs typeface="Courier New"/>
              </a:rPr>
              <a:t>with</a:t>
            </a:r>
            <a:r>
              <a:rPr dirty="0" sz="1200" spc="-65">
                <a:latin typeface="Courier New"/>
                <a:cs typeface="Courier New"/>
              </a:rPr>
              <a:t> </a:t>
            </a:r>
            <a:r>
              <a:rPr dirty="0" sz="1200" spc="-10">
                <a:latin typeface="Courier New"/>
                <a:cs typeface="Courier New"/>
              </a:rPr>
              <a:t>choices.&lt;/p&gt;</a:t>
            </a:r>
            <a:endParaRPr sz="1200">
              <a:latin typeface="Courier New"/>
              <a:cs typeface="Courier New"/>
            </a:endParaRPr>
          </a:p>
          <a:p>
            <a:pPr algn="r" marR="6736080">
              <a:lnSpc>
                <a:spcPts val="1435"/>
              </a:lnSpc>
            </a:pPr>
            <a:r>
              <a:rPr dirty="0" sz="1200" spc="-10">
                <a:latin typeface="Courier New"/>
                <a:cs typeface="Courier New"/>
              </a:rPr>
              <a:t>&lt;/div&gt;</a:t>
            </a:r>
            <a:endParaRPr sz="1200">
              <a:latin typeface="Courier New"/>
              <a:cs typeface="Courier New"/>
            </a:endParaRPr>
          </a:p>
          <a:p>
            <a:pPr algn="r" marR="6733540">
              <a:lnSpc>
                <a:spcPct val="100000"/>
              </a:lnSpc>
              <a:spcBef>
                <a:spcPts val="65"/>
              </a:spcBef>
            </a:pPr>
            <a:r>
              <a:rPr dirty="0" sz="1200" spc="-10">
                <a:latin typeface="Courier New"/>
                <a:cs typeface="Courier New"/>
              </a:rPr>
              <a:t>&lt;/section&gt;</a:t>
            </a:r>
            <a:endParaRPr sz="1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200">
              <a:latin typeface="Courier New"/>
              <a:cs typeface="Courier New"/>
            </a:endParaRPr>
          </a:p>
          <a:p>
            <a:pPr marL="12700">
              <a:lnSpc>
                <a:spcPts val="1435"/>
              </a:lnSpc>
            </a:pPr>
            <a:r>
              <a:rPr dirty="0" sz="1200">
                <a:latin typeface="Courier New"/>
                <a:cs typeface="Courier New"/>
              </a:rPr>
              <a:t>&lt;section</a:t>
            </a:r>
            <a:r>
              <a:rPr dirty="0" sz="1200" spc="-90">
                <a:latin typeface="Courier New"/>
                <a:cs typeface="Courier New"/>
              </a:rPr>
              <a:t> </a:t>
            </a:r>
            <a:r>
              <a:rPr dirty="0" sz="1200">
                <a:latin typeface="Courier New"/>
                <a:cs typeface="Courier New"/>
              </a:rPr>
              <a:t>id="contact"</a:t>
            </a:r>
            <a:r>
              <a:rPr dirty="0" sz="1200" spc="-20">
                <a:latin typeface="Courier New"/>
                <a:cs typeface="Courier New"/>
              </a:rPr>
              <a:t> </a:t>
            </a:r>
            <a:r>
              <a:rPr dirty="0" sz="1200" spc="-10">
                <a:latin typeface="Courier New"/>
                <a:cs typeface="Courier New"/>
              </a:rPr>
              <a:t>class="contact"&gt;</a:t>
            </a:r>
            <a:endParaRPr sz="1200">
              <a:latin typeface="Courier New"/>
              <a:cs typeface="Courier New"/>
            </a:endParaRPr>
          </a:p>
          <a:p>
            <a:pPr marL="381000">
              <a:lnSpc>
                <a:spcPts val="1425"/>
              </a:lnSpc>
            </a:pPr>
            <a:r>
              <a:rPr dirty="0" sz="1200" spc="-10">
                <a:latin typeface="Courier New"/>
                <a:cs typeface="Courier New"/>
              </a:rPr>
              <a:t>&lt;h2&gt;Contact&lt;/h2&gt;</a:t>
            </a:r>
            <a:endParaRPr sz="1200">
              <a:latin typeface="Courier New"/>
              <a:cs typeface="Courier New"/>
            </a:endParaRPr>
          </a:p>
          <a:p>
            <a:pPr marL="381000">
              <a:lnSpc>
                <a:spcPts val="1435"/>
              </a:lnSpc>
            </a:pPr>
            <a:r>
              <a:rPr dirty="0" sz="1200">
                <a:latin typeface="Courier New"/>
                <a:cs typeface="Courier New"/>
              </a:rPr>
              <a:t>&lt;p&gt;Email:</a:t>
            </a:r>
            <a:r>
              <a:rPr dirty="0" sz="1200" spc="-40">
                <a:latin typeface="Courier New"/>
                <a:cs typeface="Courier New"/>
              </a:rPr>
              <a:t> </a:t>
            </a:r>
            <a:r>
              <a:rPr dirty="0" sz="1200" spc="-10">
                <a:latin typeface="Courier New"/>
                <a:cs typeface="Courier New"/>
                <a:hlinkClick r:id="rId2"/>
              </a:rPr>
              <a:t>shritijjaiswal27@gmail.com</a:t>
            </a:r>
            <a:r>
              <a:rPr dirty="0" sz="1200" spc="-10">
                <a:latin typeface="Courier New"/>
                <a:cs typeface="Courier New"/>
              </a:rPr>
              <a:t>&lt;/p&gt;</a:t>
            </a:r>
            <a:endParaRPr sz="1200">
              <a:latin typeface="Courier New"/>
              <a:cs typeface="Courier New"/>
            </a:endParaRPr>
          </a:p>
          <a:p>
            <a:pPr marL="381000">
              <a:lnSpc>
                <a:spcPts val="1435"/>
              </a:lnSpc>
              <a:spcBef>
                <a:spcPts val="60"/>
              </a:spcBef>
            </a:pPr>
            <a:r>
              <a:rPr dirty="0" sz="1200">
                <a:latin typeface="Courier New"/>
                <a:cs typeface="Courier New"/>
              </a:rPr>
              <a:t>&lt;a</a:t>
            </a:r>
            <a:r>
              <a:rPr dirty="0" sz="1200" spc="40">
                <a:latin typeface="Courier New"/>
                <a:cs typeface="Courier New"/>
              </a:rPr>
              <a:t> </a:t>
            </a:r>
            <a:r>
              <a:rPr dirty="0" sz="1200" spc="-10">
                <a:latin typeface="Courier New"/>
                <a:cs typeface="Courier New"/>
              </a:rPr>
              <a:t>href="</a:t>
            </a:r>
            <a:r>
              <a:rPr dirty="0" sz="1200" spc="-10">
                <a:latin typeface="Courier New"/>
                <a:cs typeface="Courier New"/>
                <a:hlinkClick r:id="rId3"/>
              </a:rPr>
              <a:t>https://www.linkedin.com/in/shritij-jaiswal-</a:t>
            </a:r>
            <a:r>
              <a:rPr dirty="0" sz="1200">
                <a:latin typeface="Courier New"/>
                <a:cs typeface="Courier New"/>
                <a:hlinkClick r:id="rId3"/>
              </a:rPr>
              <a:t>7542b6370</a:t>
            </a:r>
            <a:r>
              <a:rPr dirty="0" sz="1200">
                <a:latin typeface="Courier New"/>
                <a:cs typeface="Courier New"/>
              </a:rPr>
              <a:t>"&gt;My</a:t>
            </a:r>
            <a:r>
              <a:rPr dirty="0" sz="1200" spc="45">
                <a:latin typeface="Courier New"/>
                <a:cs typeface="Courier New"/>
              </a:rPr>
              <a:t> </a:t>
            </a:r>
            <a:r>
              <a:rPr dirty="0" sz="1200" spc="-10">
                <a:latin typeface="Courier New"/>
                <a:cs typeface="Courier New"/>
              </a:rPr>
              <a:t>LinkedIn&lt;/a&gt;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ts val="1435"/>
              </a:lnSpc>
            </a:pPr>
            <a:r>
              <a:rPr dirty="0" sz="1200" spc="-10">
                <a:latin typeface="Courier New"/>
                <a:cs typeface="Courier New"/>
              </a:rPr>
              <a:t>&lt;/section&gt;</a:t>
            </a:r>
            <a:endParaRPr sz="12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7145">
              <a:lnSpc>
                <a:spcPct val="100000"/>
              </a:lnSpc>
              <a:spcBef>
                <a:spcPts val="130"/>
              </a:spcBef>
            </a:pPr>
            <a:r>
              <a:rPr dirty="0"/>
              <a:t>HTML</a:t>
            </a:r>
            <a:r>
              <a:rPr dirty="0" spc="-85"/>
              <a:t> </a:t>
            </a:r>
            <a:r>
              <a:rPr dirty="0"/>
              <a:t>Code</a:t>
            </a:r>
            <a:r>
              <a:rPr dirty="0" spc="-105"/>
              <a:t> </a:t>
            </a:r>
            <a:r>
              <a:rPr dirty="0"/>
              <a:t>(Part</a:t>
            </a:r>
            <a:r>
              <a:rPr dirty="0" spc="-65"/>
              <a:t> </a:t>
            </a:r>
            <a:r>
              <a:rPr dirty="0" spc="-25"/>
              <a:t>4)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5134" y="1206182"/>
            <a:ext cx="669290" cy="3898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435"/>
              </a:lnSpc>
              <a:spcBef>
                <a:spcPts val="100"/>
              </a:spcBef>
            </a:pPr>
            <a:r>
              <a:rPr dirty="0" sz="1200" spc="-10">
                <a:latin typeface="Courier New"/>
                <a:cs typeface="Courier New"/>
              </a:rPr>
              <a:t>&lt;/body&gt;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ts val="1435"/>
              </a:lnSpc>
            </a:pPr>
            <a:r>
              <a:rPr dirty="0" sz="1200" spc="-10">
                <a:latin typeface="Courier New"/>
                <a:cs typeface="Courier New"/>
              </a:rPr>
              <a:t>&lt;/html&gt;</a:t>
            </a:r>
            <a:endParaRPr sz="12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277495">
              <a:lnSpc>
                <a:spcPct val="100000"/>
              </a:lnSpc>
              <a:spcBef>
                <a:spcPts val="130"/>
              </a:spcBef>
            </a:pPr>
            <a:r>
              <a:rPr dirty="0"/>
              <a:t>CSS</a:t>
            </a:r>
            <a:r>
              <a:rPr dirty="0" spc="-40"/>
              <a:t> </a:t>
            </a:r>
            <a:r>
              <a:rPr dirty="0"/>
              <a:t>Code</a:t>
            </a:r>
            <a:r>
              <a:rPr dirty="0" spc="-110"/>
              <a:t> </a:t>
            </a:r>
            <a:r>
              <a:rPr dirty="0"/>
              <a:t>(Part</a:t>
            </a:r>
            <a:r>
              <a:rPr dirty="0" spc="-65"/>
              <a:t> </a:t>
            </a:r>
            <a:r>
              <a:rPr dirty="0" spc="-25"/>
              <a:t>1)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5134" y="1206182"/>
            <a:ext cx="7851775" cy="11245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435"/>
              </a:lnSpc>
              <a:spcBef>
                <a:spcPts val="100"/>
              </a:spcBef>
            </a:pPr>
            <a:r>
              <a:rPr dirty="0" sz="1200">
                <a:latin typeface="Courier New"/>
                <a:cs typeface="Courier New"/>
              </a:rPr>
              <a:t>/*</a:t>
            </a:r>
            <a:r>
              <a:rPr dirty="0" sz="1200" spc="-25">
                <a:latin typeface="Courier New"/>
                <a:cs typeface="Courier New"/>
              </a:rPr>
              <a:t> </a:t>
            </a:r>
            <a:r>
              <a:rPr dirty="0" sz="1200">
                <a:latin typeface="Courier New"/>
                <a:cs typeface="Courier New"/>
              </a:rPr>
              <a:t>Basic</a:t>
            </a:r>
            <a:r>
              <a:rPr dirty="0" sz="1200" spc="-25">
                <a:latin typeface="Courier New"/>
                <a:cs typeface="Courier New"/>
              </a:rPr>
              <a:t> </a:t>
            </a:r>
            <a:r>
              <a:rPr dirty="0" sz="1200">
                <a:latin typeface="Courier New"/>
                <a:cs typeface="Courier New"/>
              </a:rPr>
              <a:t>Setup</a:t>
            </a:r>
            <a:r>
              <a:rPr dirty="0" sz="1200" spc="-25">
                <a:latin typeface="Courier New"/>
                <a:cs typeface="Courier New"/>
              </a:rPr>
              <a:t> </a:t>
            </a:r>
            <a:r>
              <a:rPr dirty="0" sz="1200" spc="-35">
                <a:latin typeface="Courier New"/>
                <a:cs typeface="Courier New"/>
              </a:rPr>
              <a:t>*/</a:t>
            </a:r>
            <a:endParaRPr sz="1200">
              <a:latin typeface="Courier New"/>
              <a:cs typeface="Courier New"/>
            </a:endParaRPr>
          </a:p>
          <a:p>
            <a:pPr marL="12700" marR="5080">
              <a:lnSpc>
                <a:spcPts val="1430"/>
              </a:lnSpc>
              <a:spcBef>
                <a:spcPts val="50"/>
              </a:spcBef>
            </a:pPr>
            <a:r>
              <a:rPr dirty="0" sz="1200">
                <a:latin typeface="Courier New"/>
                <a:cs typeface="Courier New"/>
              </a:rPr>
              <a:t>body</a:t>
            </a:r>
            <a:r>
              <a:rPr dirty="0" sz="1200" spc="-50">
                <a:latin typeface="Courier New"/>
                <a:cs typeface="Courier New"/>
              </a:rPr>
              <a:t> </a:t>
            </a:r>
            <a:r>
              <a:rPr dirty="0" sz="1200">
                <a:latin typeface="Courier New"/>
                <a:cs typeface="Courier New"/>
              </a:rPr>
              <a:t>{</a:t>
            </a:r>
            <a:r>
              <a:rPr dirty="0" sz="1200" spc="20">
                <a:latin typeface="Courier New"/>
                <a:cs typeface="Courier New"/>
              </a:rPr>
              <a:t> </a:t>
            </a:r>
            <a:r>
              <a:rPr dirty="0" sz="1200">
                <a:latin typeface="Courier New"/>
                <a:cs typeface="Courier New"/>
              </a:rPr>
              <a:t>margin:</a:t>
            </a:r>
            <a:r>
              <a:rPr dirty="0" sz="1200" spc="-50">
                <a:latin typeface="Courier New"/>
                <a:cs typeface="Courier New"/>
              </a:rPr>
              <a:t> </a:t>
            </a:r>
            <a:r>
              <a:rPr dirty="0" sz="1200">
                <a:latin typeface="Courier New"/>
                <a:cs typeface="Courier New"/>
              </a:rPr>
              <a:t>0;</a:t>
            </a:r>
            <a:r>
              <a:rPr dirty="0" sz="1200" spc="-50">
                <a:latin typeface="Courier New"/>
                <a:cs typeface="Courier New"/>
              </a:rPr>
              <a:t> </a:t>
            </a:r>
            <a:r>
              <a:rPr dirty="0" sz="1200">
                <a:latin typeface="Courier New"/>
                <a:cs typeface="Courier New"/>
              </a:rPr>
              <a:t>padding:</a:t>
            </a:r>
            <a:r>
              <a:rPr dirty="0" sz="1200" spc="-50">
                <a:latin typeface="Courier New"/>
                <a:cs typeface="Courier New"/>
              </a:rPr>
              <a:t> </a:t>
            </a:r>
            <a:r>
              <a:rPr dirty="0" sz="1200">
                <a:latin typeface="Courier New"/>
                <a:cs typeface="Courier New"/>
              </a:rPr>
              <a:t>0;</a:t>
            </a:r>
            <a:r>
              <a:rPr dirty="0" sz="1200" spc="-45">
                <a:latin typeface="Courier New"/>
                <a:cs typeface="Courier New"/>
              </a:rPr>
              <a:t> </a:t>
            </a:r>
            <a:r>
              <a:rPr dirty="0" sz="1200">
                <a:latin typeface="Courier New"/>
                <a:cs typeface="Courier New"/>
              </a:rPr>
              <a:t>font-family:</a:t>
            </a:r>
            <a:r>
              <a:rPr dirty="0" sz="1200" spc="-50">
                <a:latin typeface="Courier New"/>
                <a:cs typeface="Courier New"/>
              </a:rPr>
              <a:t> </a:t>
            </a:r>
            <a:r>
              <a:rPr dirty="0" sz="1200">
                <a:latin typeface="Courier New"/>
                <a:cs typeface="Courier New"/>
              </a:rPr>
              <a:t>Arial;</a:t>
            </a:r>
            <a:r>
              <a:rPr dirty="0" sz="1200" spc="-50">
                <a:latin typeface="Courier New"/>
                <a:cs typeface="Courier New"/>
              </a:rPr>
              <a:t> </a:t>
            </a:r>
            <a:r>
              <a:rPr dirty="0" sz="1200">
                <a:latin typeface="Courier New"/>
                <a:cs typeface="Courier New"/>
              </a:rPr>
              <a:t>background:</a:t>
            </a:r>
            <a:r>
              <a:rPr dirty="0" sz="1200" spc="-50">
                <a:latin typeface="Courier New"/>
                <a:cs typeface="Courier New"/>
              </a:rPr>
              <a:t> </a:t>
            </a:r>
            <a:r>
              <a:rPr dirty="0" sz="1200">
                <a:latin typeface="Courier New"/>
                <a:cs typeface="Courier New"/>
              </a:rPr>
              <a:t>skyblue;</a:t>
            </a:r>
            <a:r>
              <a:rPr dirty="0" sz="1200" spc="-50">
                <a:latin typeface="Courier New"/>
                <a:cs typeface="Courier New"/>
              </a:rPr>
              <a:t> </a:t>
            </a:r>
            <a:r>
              <a:rPr dirty="0" sz="1200">
                <a:latin typeface="Courier New"/>
                <a:cs typeface="Courier New"/>
              </a:rPr>
              <a:t>color:</a:t>
            </a:r>
            <a:r>
              <a:rPr dirty="0" sz="1200" spc="25">
                <a:latin typeface="Courier New"/>
                <a:cs typeface="Courier New"/>
              </a:rPr>
              <a:t> </a:t>
            </a:r>
            <a:r>
              <a:rPr dirty="0" sz="1200">
                <a:latin typeface="Courier New"/>
                <a:cs typeface="Courier New"/>
              </a:rPr>
              <a:t>grey;</a:t>
            </a:r>
            <a:r>
              <a:rPr dirty="0" sz="1200" spc="20">
                <a:latin typeface="Courier New"/>
                <a:cs typeface="Courier New"/>
              </a:rPr>
              <a:t> </a:t>
            </a:r>
            <a:r>
              <a:rPr dirty="0" sz="1200" spc="-50">
                <a:latin typeface="Courier New"/>
                <a:cs typeface="Courier New"/>
              </a:rPr>
              <a:t>} </a:t>
            </a:r>
            <a:r>
              <a:rPr dirty="0" sz="1200">
                <a:latin typeface="Courier New"/>
                <a:cs typeface="Courier New"/>
              </a:rPr>
              <a:t>html</a:t>
            </a:r>
            <a:r>
              <a:rPr dirty="0" sz="1200" spc="-60">
                <a:latin typeface="Courier New"/>
                <a:cs typeface="Courier New"/>
              </a:rPr>
              <a:t> </a:t>
            </a:r>
            <a:r>
              <a:rPr dirty="0" sz="1200">
                <a:latin typeface="Courier New"/>
                <a:cs typeface="Courier New"/>
              </a:rPr>
              <a:t>{</a:t>
            </a:r>
            <a:r>
              <a:rPr dirty="0" sz="1200" spc="15">
                <a:latin typeface="Courier New"/>
                <a:cs typeface="Courier New"/>
              </a:rPr>
              <a:t> </a:t>
            </a:r>
            <a:r>
              <a:rPr dirty="0" sz="1200" spc="-10">
                <a:latin typeface="Courier New"/>
                <a:cs typeface="Courier New"/>
              </a:rPr>
              <a:t>scroll-</a:t>
            </a:r>
            <a:r>
              <a:rPr dirty="0" sz="1200">
                <a:latin typeface="Courier New"/>
                <a:cs typeface="Courier New"/>
              </a:rPr>
              <a:t>behavior:</a:t>
            </a:r>
            <a:r>
              <a:rPr dirty="0" sz="1200" spc="10">
                <a:latin typeface="Courier New"/>
                <a:cs typeface="Courier New"/>
              </a:rPr>
              <a:t> </a:t>
            </a:r>
            <a:r>
              <a:rPr dirty="0" sz="1200">
                <a:latin typeface="Courier New"/>
                <a:cs typeface="Courier New"/>
              </a:rPr>
              <a:t>smooth;</a:t>
            </a:r>
            <a:r>
              <a:rPr dirty="0" sz="1200" spc="-55">
                <a:latin typeface="Courier New"/>
                <a:cs typeface="Courier New"/>
              </a:rPr>
              <a:t> </a:t>
            </a:r>
            <a:r>
              <a:rPr dirty="0" sz="1200" spc="-50">
                <a:latin typeface="Courier New"/>
                <a:cs typeface="Courier New"/>
              </a:rPr>
              <a:t>}</a:t>
            </a:r>
            <a:endParaRPr sz="1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200">
              <a:latin typeface="Courier New"/>
              <a:cs typeface="Courier New"/>
            </a:endParaRPr>
          </a:p>
          <a:p>
            <a:pPr marL="12700">
              <a:lnSpc>
                <a:spcPts val="1435"/>
              </a:lnSpc>
            </a:pPr>
            <a:r>
              <a:rPr dirty="0" sz="1200">
                <a:latin typeface="Courier New"/>
                <a:cs typeface="Courier New"/>
              </a:rPr>
              <a:t>/*</a:t>
            </a:r>
            <a:r>
              <a:rPr dirty="0" sz="1200" spc="-55">
                <a:latin typeface="Courier New"/>
                <a:cs typeface="Courier New"/>
              </a:rPr>
              <a:t> </a:t>
            </a:r>
            <a:r>
              <a:rPr dirty="0" sz="1200">
                <a:latin typeface="Courier New"/>
                <a:cs typeface="Courier New"/>
              </a:rPr>
              <a:t>Navigation</a:t>
            </a:r>
            <a:r>
              <a:rPr dirty="0" sz="1200" spc="-50">
                <a:latin typeface="Courier New"/>
                <a:cs typeface="Courier New"/>
              </a:rPr>
              <a:t> </a:t>
            </a:r>
            <a:r>
              <a:rPr dirty="0" sz="1200" spc="-25">
                <a:latin typeface="Courier New"/>
                <a:cs typeface="Courier New"/>
              </a:rPr>
              <a:t>*/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ts val="1435"/>
              </a:lnSpc>
            </a:pPr>
            <a:r>
              <a:rPr dirty="0" sz="1200">
                <a:latin typeface="Courier New"/>
                <a:cs typeface="Courier New"/>
              </a:rPr>
              <a:t>nav</a:t>
            </a:r>
            <a:r>
              <a:rPr dirty="0" sz="1200" spc="35">
                <a:latin typeface="Courier New"/>
                <a:cs typeface="Courier New"/>
              </a:rPr>
              <a:t> </a:t>
            </a:r>
            <a:r>
              <a:rPr dirty="0" sz="1200">
                <a:latin typeface="Courier New"/>
                <a:cs typeface="Courier New"/>
              </a:rPr>
              <a:t>{</a:t>
            </a:r>
            <a:r>
              <a:rPr dirty="0" sz="1200" spc="-40">
                <a:latin typeface="Courier New"/>
                <a:cs typeface="Courier New"/>
              </a:rPr>
              <a:t> </a:t>
            </a:r>
            <a:r>
              <a:rPr dirty="0" sz="1200">
                <a:latin typeface="Courier New"/>
                <a:cs typeface="Courier New"/>
              </a:rPr>
              <a:t>display:</a:t>
            </a:r>
            <a:r>
              <a:rPr dirty="0" sz="1200" spc="-35">
                <a:latin typeface="Courier New"/>
                <a:cs typeface="Courier New"/>
              </a:rPr>
              <a:t> </a:t>
            </a:r>
            <a:r>
              <a:rPr dirty="0" sz="1200">
                <a:latin typeface="Courier New"/>
                <a:cs typeface="Courier New"/>
              </a:rPr>
              <a:t>flex;</a:t>
            </a:r>
            <a:r>
              <a:rPr dirty="0" sz="1200" spc="-35">
                <a:latin typeface="Courier New"/>
                <a:cs typeface="Courier New"/>
              </a:rPr>
              <a:t> </a:t>
            </a:r>
            <a:r>
              <a:rPr dirty="0" sz="1200" spc="-10">
                <a:latin typeface="Courier New"/>
                <a:cs typeface="Courier New"/>
              </a:rPr>
              <a:t>justify-</a:t>
            </a:r>
            <a:r>
              <a:rPr dirty="0" sz="1200">
                <a:latin typeface="Courier New"/>
                <a:cs typeface="Courier New"/>
              </a:rPr>
              <a:t>content:</a:t>
            </a:r>
            <a:r>
              <a:rPr dirty="0" sz="1200" spc="-40">
                <a:latin typeface="Courier New"/>
                <a:cs typeface="Courier New"/>
              </a:rPr>
              <a:t> </a:t>
            </a:r>
            <a:r>
              <a:rPr dirty="0" sz="1200" spc="-10">
                <a:latin typeface="Courier New"/>
                <a:cs typeface="Courier New"/>
              </a:rPr>
              <a:t>space-</a:t>
            </a:r>
            <a:r>
              <a:rPr dirty="0" sz="1200">
                <a:latin typeface="Courier New"/>
                <a:cs typeface="Courier New"/>
              </a:rPr>
              <a:t>between;</a:t>
            </a:r>
            <a:r>
              <a:rPr dirty="0" sz="1200" spc="-35">
                <a:latin typeface="Courier New"/>
                <a:cs typeface="Courier New"/>
              </a:rPr>
              <a:t> </a:t>
            </a:r>
            <a:r>
              <a:rPr dirty="0" sz="1200">
                <a:latin typeface="Courier New"/>
                <a:cs typeface="Courier New"/>
              </a:rPr>
              <a:t>padding:</a:t>
            </a:r>
            <a:r>
              <a:rPr dirty="0" sz="1200" spc="-40">
                <a:latin typeface="Courier New"/>
                <a:cs typeface="Courier New"/>
              </a:rPr>
              <a:t> </a:t>
            </a:r>
            <a:r>
              <a:rPr dirty="0" sz="1200">
                <a:latin typeface="Courier New"/>
                <a:cs typeface="Courier New"/>
              </a:rPr>
              <a:t>15px</a:t>
            </a:r>
            <a:r>
              <a:rPr dirty="0" sz="1200" spc="-35">
                <a:latin typeface="Courier New"/>
                <a:cs typeface="Courier New"/>
              </a:rPr>
              <a:t> </a:t>
            </a:r>
            <a:r>
              <a:rPr dirty="0" sz="1200">
                <a:latin typeface="Courier New"/>
                <a:cs typeface="Courier New"/>
              </a:rPr>
              <a:t>40px;</a:t>
            </a:r>
            <a:r>
              <a:rPr dirty="0" sz="1200" spc="-35">
                <a:latin typeface="Courier New"/>
                <a:cs typeface="Courier New"/>
              </a:rPr>
              <a:t> </a:t>
            </a:r>
            <a:r>
              <a:rPr dirty="0" sz="1200" spc="-10">
                <a:latin typeface="Courier New"/>
                <a:cs typeface="Courier New"/>
              </a:rPr>
              <a:t>background: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5134" y="2303398"/>
            <a:ext cx="574040" cy="58039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algn="just" marL="12700" marR="5080">
              <a:lnSpc>
                <a:spcPct val="101699"/>
              </a:lnSpc>
              <a:spcBef>
                <a:spcPts val="75"/>
              </a:spcBef>
            </a:pPr>
            <a:r>
              <a:rPr dirty="0" sz="1200" spc="-20">
                <a:latin typeface="Courier New"/>
                <a:cs typeface="Courier New"/>
              </a:rPr>
              <a:t>black; </a:t>
            </a:r>
            <a:r>
              <a:rPr dirty="0" sz="1200">
                <a:latin typeface="Courier New"/>
                <a:cs typeface="Courier New"/>
              </a:rPr>
              <a:t>nav</a:t>
            </a:r>
            <a:r>
              <a:rPr dirty="0" sz="1200" spc="5">
                <a:latin typeface="Courier New"/>
                <a:cs typeface="Courier New"/>
              </a:rPr>
              <a:t> </a:t>
            </a:r>
            <a:r>
              <a:rPr dirty="0" sz="1200" spc="-45">
                <a:latin typeface="Courier New"/>
                <a:cs typeface="Courier New"/>
              </a:rPr>
              <a:t>ul </a:t>
            </a:r>
            <a:r>
              <a:rPr dirty="0" sz="1200">
                <a:latin typeface="Courier New"/>
                <a:cs typeface="Courier New"/>
              </a:rPr>
              <a:t>nav</a:t>
            </a:r>
            <a:r>
              <a:rPr dirty="0" sz="1200" spc="5">
                <a:latin typeface="Courier New"/>
                <a:cs typeface="Courier New"/>
              </a:rPr>
              <a:t> </a:t>
            </a:r>
            <a:r>
              <a:rPr dirty="0" sz="1200" spc="-45">
                <a:latin typeface="Courier New"/>
                <a:cs typeface="Courier New"/>
              </a:rPr>
              <a:t>ul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91920" y="2303398"/>
            <a:ext cx="4075429" cy="5803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435"/>
              </a:lnSpc>
              <a:spcBef>
                <a:spcPts val="100"/>
              </a:spcBef>
            </a:pPr>
            <a:r>
              <a:rPr dirty="0" sz="1200" spc="-50">
                <a:latin typeface="Courier New"/>
                <a:cs typeface="Courier New"/>
              </a:rPr>
              <a:t>}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ts val="1435"/>
              </a:lnSpc>
            </a:pPr>
            <a:r>
              <a:rPr dirty="0" sz="1200">
                <a:latin typeface="Courier New"/>
                <a:cs typeface="Courier New"/>
              </a:rPr>
              <a:t>{</a:t>
            </a:r>
            <a:r>
              <a:rPr dirty="0" sz="1200" spc="-40">
                <a:latin typeface="Courier New"/>
                <a:cs typeface="Courier New"/>
              </a:rPr>
              <a:t> </a:t>
            </a:r>
            <a:r>
              <a:rPr dirty="0" sz="1200">
                <a:latin typeface="Courier New"/>
                <a:cs typeface="Courier New"/>
              </a:rPr>
              <a:t>display:</a:t>
            </a:r>
            <a:r>
              <a:rPr dirty="0" sz="1200" spc="-40">
                <a:latin typeface="Courier New"/>
                <a:cs typeface="Courier New"/>
              </a:rPr>
              <a:t> </a:t>
            </a:r>
            <a:r>
              <a:rPr dirty="0" sz="1200">
                <a:latin typeface="Courier New"/>
                <a:cs typeface="Courier New"/>
              </a:rPr>
              <a:t>flex;</a:t>
            </a:r>
            <a:r>
              <a:rPr dirty="0" sz="1200" spc="-35">
                <a:latin typeface="Courier New"/>
                <a:cs typeface="Courier New"/>
              </a:rPr>
              <a:t> </a:t>
            </a:r>
            <a:r>
              <a:rPr dirty="0" sz="1200">
                <a:latin typeface="Courier New"/>
                <a:cs typeface="Courier New"/>
              </a:rPr>
              <a:t>gap:</a:t>
            </a:r>
            <a:r>
              <a:rPr dirty="0" sz="1200" spc="-40">
                <a:latin typeface="Courier New"/>
                <a:cs typeface="Courier New"/>
              </a:rPr>
              <a:t> </a:t>
            </a:r>
            <a:r>
              <a:rPr dirty="0" sz="1200">
                <a:latin typeface="Courier New"/>
                <a:cs typeface="Courier New"/>
              </a:rPr>
              <a:t>25px;</a:t>
            </a:r>
            <a:r>
              <a:rPr dirty="0" sz="1200" spc="-40">
                <a:latin typeface="Courier New"/>
                <a:cs typeface="Courier New"/>
              </a:rPr>
              <a:t> </a:t>
            </a:r>
            <a:r>
              <a:rPr dirty="0" sz="1200" spc="-50">
                <a:latin typeface="Courier New"/>
                <a:cs typeface="Courier New"/>
              </a:rPr>
              <a:t>}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1200">
                <a:latin typeface="Courier New"/>
                <a:cs typeface="Courier New"/>
              </a:rPr>
              <a:t>li</a:t>
            </a:r>
            <a:r>
              <a:rPr dirty="0" sz="1200" spc="30">
                <a:latin typeface="Courier New"/>
                <a:cs typeface="Courier New"/>
              </a:rPr>
              <a:t> </a:t>
            </a:r>
            <a:r>
              <a:rPr dirty="0" sz="1200">
                <a:latin typeface="Courier New"/>
                <a:cs typeface="Courier New"/>
              </a:rPr>
              <a:t>a</a:t>
            </a:r>
            <a:r>
              <a:rPr dirty="0" sz="1200" spc="-40">
                <a:latin typeface="Courier New"/>
                <a:cs typeface="Courier New"/>
              </a:rPr>
              <a:t> </a:t>
            </a:r>
            <a:r>
              <a:rPr dirty="0" sz="1200">
                <a:latin typeface="Courier New"/>
                <a:cs typeface="Courier New"/>
              </a:rPr>
              <a:t>{</a:t>
            </a:r>
            <a:r>
              <a:rPr dirty="0" sz="1200" spc="-40">
                <a:latin typeface="Courier New"/>
                <a:cs typeface="Courier New"/>
              </a:rPr>
              <a:t> </a:t>
            </a:r>
            <a:r>
              <a:rPr dirty="0" sz="1200">
                <a:latin typeface="Courier New"/>
                <a:cs typeface="Courier New"/>
              </a:rPr>
              <a:t>color:</a:t>
            </a:r>
            <a:r>
              <a:rPr dirty="0" sz="1200" spc="-40">
                <a:latin typeface="Courier New"/>
                <a:cs typeface="Courier New"/>
              </a:rPr>
              <a:t> </a:t>
            </a:r>
            <a:r>
              <a:rPr dirty="0" sz="1200">
                <a:latin typeface="Courier New"/>
                <a:cs typeface="Courier New"/>
              </a:rPr>
              <a:t>gray;</a:t>
            </a:r>
            <a:r>
              <a:rPr dirty="0" sz="1200" spc="-40">
                <a:latin typeface="Courier New"/>
                <a:cs typeface="Courier New"/>
              </a:rPr>
              <a:t> </a:t>
            </a:r>
            <a:r>
              <a:rPr dirty="0" sz="1200">
                <a:latin typeface="Courier New"/>
                <a:cs typeface="Courier New"/>
              </a:rPr>
              <a:t>text-decoration:</a:t>
            </a:r>
            <a:r>
              <a:rPr dirty="0" sz="1200" spc="-40">
                <a:latin typeface="Courier New"/>
                <a:cs typeface="Courier New"/>
              </a:rPr>
              <a:t> </a:t>
            </a:r>
            <a:r>
              <a:rPr dirty="0" sz="1200">
                <a:latin typeface="Courier New"/>
                <a:cs typeface="Courier New"/>
              </a:rPr>
              <a:t>none;</a:t>
            </a:r>
            <a:r>
              <a:rPr dirty="0" sz="1200" spc="-40">
                <a:latin typeface="Courier New"/>
                <a:cs typeface="Courier New"/>
              </a:rPr>
              <a:t> </a:t>
            </a:r>
            <a:r>
              <a:rPr dirty="0" sz="1200" spc="-50">
                <a:latin typeface="Courier New"/>
                <a:cs typeface="Courier New"/>
              </a:rPr>
              <a:t>}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435"/>
              </a:lnSpc>
              <a:spcBef>
                <a:spcPts val="100"/>
              </a:spcBef>
            </a:pPr>
            <a:r>
              <a:rPr dirty="0"/>
              <a:t>/*</a:t>
            </a:r>
            <a:r>
              <a:rPr dirty="0" spc="-30"/>
              <a:t> </a:t>
            </a:r>
            <a:r>
              <a:rPr dirty="0"/>
              <a:t>Hero</a:t>
            </a:r>
            <a:r>
              <a:rPr dirty="0" spc="-30"/>
              <a:t> </a:t>
            </a:r>
            <a:r>
              <a:rPr dirty="0" spc="-25"/>
              <a:t>*/</a:t>
            </a:r>
          </a:p>
          <a:p>
            <a:pPr marL="12700">
              <a:lnSpc>
                <a:spcPts val="1425"/>
              </a:lnSpc>
            </a:pPr>
            <a:r>
              <a:rPr dirty="0"/>
              <a:t>.hero</a:t>
            </a:r>
            <a:r>
              <a:rPr dirty="0" spc="-35"/>
              <a:t> </a:t>
            </a:r>
            <a:r>
              <a:rPr dirty="0"/>
              <a:t>{</a:t>
            </a:r>
            <a:r>
              <a:rPr dirty="0" spc="-30"/>
              <a:t> </a:t>
            </a:r>
            <a:r>
              <a:rPr dirty="0"/>
              <a:t>text-align:</a:t>
            </a:r>
            <a:r>
              <a:rPr dirty="0" spc="50"/>
              <a:t> </a:t>
            </a:r>
            <a:r>
              <a:rPr dirty="0"/>
              <a:t>center;</a:t>
            </a:r>
            <a:r>
              <a:rPr dirty="0" spc="-25"/>
              <a:t> </a:t>
            </a:r>
            <a:r>
              <a:rPr dirty="0"/>
              <a:t>padding:</a:t>
            </a:r>
            <a:r>
              <a:rPr dirty="0" spc="-25"/>
              <a:t> </a:t>
            </a:r>
            <a:r>
              <a:rPr dirty="0"/>
              <a:t>80px</a:t>
            </a:r>
            <a:r>
              <a:rPr dirty="0" spc="-25"/>
              <a:t> </a:t>
            </a:r>
            <a:r>
              <a:rPr dirty="0"/>
              <a:t>20px;</a:t>
            </a:r>
            <a:r>
              <a:rPr dirty="0" spc="-25"/>
              <a:t> </a:t>
            </a:r>
            <a:r>
              <a:rPr dirty="0" spc="-50"/>
              <a:t>}</a:t>
            </a:r>
          </a:p>
          <a:p>
            <a:pPr marL="12700">
              <a:lnSpc>
                <a:spcPts val="1435"/>
              </a:lnSpc>
            </a:pPr>
            <a:r>
              <a:rPr dirty="0" spc="-10"/>
              <a:t>.profile-</a:t>
            </a:r>
            <a:r>
              <a:rPr dirty="0"/>
              <a:t>pic</a:t>
            </a:r>
            <a:r>
              <a:rPr dirty="0" spc="25"/>
              <a:t> </a:t>
            </a:r>
            <a:r>
              <a:rPr dirty="0"/>
              <a:t>{</a:t>
            </a:r>
            <a:r>
              <a:rPr dirty="0" spc="-45"/>
              <a:t> </a:t>
            </a:r>
            <a:r>
              <a:rPr dirty="0"/>
              <a:t>width:</a:t>
            </a:r>
            <a:r>
              <a:rPr dirty="0" spc="25"/>
              <a:t> </a:t>
            </a:r>
            <a:r>
              <a:rPr dirty="0"/>
              <a:t>150px;</a:t>
            </a:r>
            <a:r>
              <a:rPr dirty="0" spc="-45"/>
              <a:t> </a:t>
            </a:r>
            <a:r>
              <a:rPr dirty="0"/>
              <a:t>height:150px;</a:t>
            </a:r>
            <a:r>
              <a:rPr dirty="0" spc="25"/>
              <a:t> </a:t>
            </a:r>
            <a:r>
              <a:rPr dirty="0" spc="-10"/>
              <a:t>border-</a:t>
            </a:r>
            <a:r>
              <a:rPr dirty="0"/>
              <a:t>radius:</a:t>
            </a:r>
            <a:r>
              <a:rPr dirty="0" spc="-50"/>
              <a:t> </a:t>
            </a:r>
            <a:r>
              <a:rPr dirty="0"/>
              <a:t>50%;</a:t>
            </a:r>
            <a:r>
              <a:rPr dirty="0" spc="20"/>
              <a:t> </a:t>
            </a:r>
            <a:r>
              <a:rPr dirty="0" spc="-50"/>
              <a:t>}</a:t>
            </a:r>
          </a:p>
          <a:p>
            <a:pPr>
              <a:lnSpc>
                <a:spcPct val="100000"/>
              </a:lnSpc>
              <a:spcBef>
                <a:spcPts val="130"/>
              </a:spcBef>
            </a:pPr>
          </a:p>
          <a:p>
            <a:pPr marL="12700">
              <a:lnSpc>
                <a:spcPts val="1435"/>
              </a:lnSpc>
            </a:pPr>
            <a:r>
              <a:rPr dirty="0"/>
              <a:t>.hero</a:t>
            </a:r>
            <a:r>
              <a:rPr dirty="0" spc="-45"/>
              <a:t> </a:t>
            </a:r>
            <a:r>
              <a:rPr dirty="0"/>
              <a:t>h1</a:t>
            </a:r>
            <a:r>
              <a:rPr dirty="0" spc="-45"/>
              <a:t> </a:t>
            </a:r>
            <a:r>
              <a:rPr dirty="0"/>
              <a:t>span</a:t>
            </a:r>
            <a:r>
              <a:rPr dirty="0" spc="-40"/>
              <a:t> </a:t>
            </a:r>
            <a:r>
              <a:rPr dirty="0"/>
              <a:t>{</a:t>
            </a:r>
            <a:r>
              <a:rPr dirty="0" spc="30"/>
              <a:t> </a:t>
            </a:r>
            <a:r>
              <a:rPr dirty="0"/>
              <a:t>color:</a:t>
            </a:r>
            <a:r>
              <a:rPr dirty="0" spc="-45"/>
              <a:t> </a:t>
            </a:r>
            <a:r>
              <a:rPr dirty="0"/>
              <a:t>#f39c12;</a:t>
            </a:r>
            <a:r>
              <a:rPr dirty="0" spc="-40"/>
              <a:t> </a:t>
            </a:r>
            <a:r>
              <a:rPr dirty="0" spc="-50"/>
              <a:t>}</a:t>
            </a:r>
          </a:p>
          <a:p>
            <a:pPr marL="12700">
              <a:lnSpc>
                <a:spcPts val="1435"/>
              </a:lnSpc>
            </a:pPr>
            <a:r>
              <a:rPr dirty="0"/>
              <a:t>.btn</a:t>
            </a:r>
            <a:r>
              <a:rPr dirty="0" spc="-65"/>
              <a:t> </a:t>
            </a:r>
            <a:r>
              <a:rPr dirty="0"/>
              <a:t>{</a:t>
            </a:r>
            <a:r>
              <a:rPr dirty="0" spc="5"/>
              <a:t> </a:t>
            </a:r>
            <a:r>
              <a:rPr dirty="0"/>
              <a:t>padding:</a:t>
            </a:r>
            <a:r>
              <a:rPr dirty="0" spc="5"/>
              <a:t> </a:t>
            </a:r>
            <a:r>
              <a:rPr dirty="0"/>
              <a:t>10px</a:t>
            </a:r>
            <a:r>
              <a:rPr dirty="0" spc="-65"/>
              <a:t> </a:t>
            </a:r>
            <a:r>
              <a:rPr dirty="0"/>
              <a:t>20px;</a:t>
            </a:r>
            <a:r>
              <a:rPr dirty="0" spc="-65"/>
              <a:t> </a:t>
            </a:r>
            <a:r>
              <a:rPr dirty="0"/>
              <a:t>background:#f39c12;</a:t>
            </a:r>
            <a:r>
              <a:rPr dirty="0" spc="-65"/>
              <a:t> </a:t>
            </a:r>
            <a:r>
              <a:rPr dirty="0"/>
              <a:t>border-radius:5px;</a:t>
            </a:r>
            <a:r>
              <a:rPr dirty="0" spc="-65"/>
              <a:t> </a:t>
            </a:r>
            <a:r>
              <a:rPr dirty="0" spc="-50"/>
              <a:t>}</a:t>
            </a:r>
          </a:p>
          <a:p>
            <a:pPr>
              <a:lnSpc>
                <a:spcPct val="100000"/>
              </a:lnSpc>
              <a:spcBef>
                <a:spcPts val="50"/>
              </a:spcBef>
            </a:p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/*</a:t>
            </a:r>
            <a:r>
              <a:rPr dirty="0" spc="-35"/>
              <a:t> </a:t>
            </a:r>
            <a:r>
              <a:rPr dirty="0"/>
              <a:t>Sections</a:t>
            </a:r>
            <a:r>
              <a:rPr dirty="0" spc="-30"/>
              <a:t> </a:t>
            </a:r>
            <a:r>
              <a:rPr dirty="0" spc="-25"/>
              <a:t>*/</a:t>
            </a:r>
          </a:p>
          <a:p>
            <a:pPr marL="12700">
              <a:lnSpc>
                <a:spcPts val="1435"/>
              </a:lnSpc>
              <a:spcBef>
                <a:spcPts val="60"/>
              </a:spcBef>
            </a:pPr>
            <a:r>
              <a:rPr dirty="0"/>
              <a:t>.about,</a:t>
            </a:r>
            <a:r>
              <a:rPr dirty="0" spc="-70"/>
              <a:t> </a:t>
            </a:r>
            <a:r>
              <a:rPr dirty="0"/>
              <a:t>.skills,</a:t>
            </a:r>
            <a:r>
              <a:rPr dirty="0" spc="-65"/>
              <a:t> </a:t>
            </a:r>
            <a:r>
              <a:rPr dirty="0"/>
              <a:t>.projects, .contact</a:t>
            </a:r>
            <a:r>
              <a:rPr dirty="0" spc="5"/>
              <a:t> </a:t>
            </a:r>
            <a:r>
              <a:rPr dirty="0"/>
              <a:t>{</a:t>
            </a:r>
            <a:r>
              <a:rPr dirty="0" spc="-65"/>
              <a:t> </a:t>
            </a:r>
            <a:r>
              <a:rPr dirty="0"/>
              <a:t>text-align:center;</a:t>
            </a:r>
            <a:r>
              <a:rPr dirty="0" spc="-70"/>
              <a:t> </a:t>
            </a:r>
            <a:r>
              <a:rPr dirty="0"/>
              <a:t>padding:60px</a:t>
            </a:r>
            <a:r>
              <a:rPr dirty="0" spc="-65"/>
              <a:t> </a:t>
            </a:r>
            <a:r>
              <a:rPr dirty="0"/>
              <a:t>20px;</a:t>
            </a:r>
            <a:r>
              <a:rPr dirty="0" spc="-70"/>
              <a:t> </a:t>
            </a:r>
            <a:r>
              <a:rPr dirty="0" spc="-50"/>
              <a:t>}</a:t>
            </a:r>
          </a:p>
          <a:p>
            <a:pPr marL="12700">
              <a:lnSpc>
                <a:spcPts val="1435"/>
              </a:lnSpc>
            </a:pPr>
            <a:r>
              <a:rPr dirty="0" spc="-10"/>
              <a:t>.skill-</a:t>
            </a:r>
            <a:r>
              <a:rPr dirty="0"/>
              <a:t>box</a:t>
            </a:r>
            <a:r>
              <a:rPr dirty="0" spc="-5"/>
              <a:t> </a:t>
            </a:r>
            <a:r>
              <a:rPr dirty="0"/>
              <a:t>p</a:t>
            </a:r>
            <a:r>
              <a:rPr dirty="0" spc="-70"/>
              <a:t> </a:t>
            </a:r>
            <a:r>
              <a:rPr dirty="0"/>
              <a:t>{</a:t>
            </a:r>
            <a:r>
              <a:rPr dirty="0" spc="-70"/>
              <a:t> </a:t>
            </a:r>
            <a:r>
              <a:rPr dirty="0"/>
              <a:t>background:white;</a:t>
            </a:r>
            <a:r>
              <a:rPr dirty="0" spc="-70"/>
              <a:t> </a:t>
            </a:r>
            <a:r>
              <a:rPr dirty="0"/>
              <a:t>padding:10px; margin:8px</a:t>
            </a:r>
            <a:r>
              <a:rPr dirty="0" spc="-70"/>
              <a:t> </a:t>
            </a:r>
            <a:r>
              <a:rPr dirty="0"/>
              <a:t>auto;</a:t>
            </a:r>
            <a:r>
              <a:rPr dirty="0" spc="-70"/>
              <a:t> </a:t>
            </a:r>
            <a:r>
              <a:rPr dirty="0"/>
              <a:t>width:200px;</a:t>
            </a:r>
            <a:r>
              <a:rPr dirty="0" spc="-5"/>
              <a:t> </a:t>
            </a:r>
            <a:r>
              <a:rPr dirty="0" spc="-50"/>
              <a:t>}</a:t>
            </a:r>
          </a:p>
          <a:p>
            <a:pPr>
              <a:lnSpc>
                <a:spcPct val="100000"/>
              </a:lnSpc>
              <a:spcBef>
                <a:spcPts val="55"/>
              </a:spcBef>
            </a:pPr>
          </a:p>
          <a:p>
            <a:pPr marL="12700">
              <a:lnSpc>
                <a:spcPts val="1435"/>
              </a:lnSpc>
            </a:pPr>
            <a:r>
              <a:rPr dirty="0"/>
              <a:t>/*</a:t>
            </a:r>
            <a:r>
              <a:rPr dirty="0" spc="-35"/>
              <a:t> </a:t>
            </a:r>
            <a:r>
              <a:rPr dirty="0"/>
              <a:t>Projects</a:t>
            </a:r>
            <a:r>
              <a:rPr dirty="0" spc="-30"/>
              <a:t> </a:t>
            </a:r>
            <a:r>
              <a:rPr dirty="0" spc="-25"/>
              <a:t>*/</a:t>
            </a:r>
          </a:p>
          <a:p>
            <a:pPr marL="12700">
              <a:lnSpc>
                <a:spcPts val="1435"/>
              </a:lnSpc>
            </a:pPr>
            <a:r>
              <a:rPr dirty="0" spc="-10"/>
              <a:t>.project-</a:t>
            </a:r>
            <a:r>
              <a:rPr dirty="0"/>
              <a:t>card</a:t>
            </a:r>
            <a:r>
              <a:rPr dirty="0" spc="-70"/>
              <a:t> </a:t>
            </a:r>
            <a:r>
              <a:rPr dirty="0"/>
              <a:t>{</a:t>
            </a:r>
            <a:r>
              <a:rPr dirty="0" spc="10"/>
              <a:t> </a:t>
            </a:r>
            <a:r>
              <a:rPr dirty="0"/>
              <a:t>margin:15px</a:t>
            </a:r>
            <a:r>
              <a:rPr dirty="0" spc="10"/>
              <a:t> </a:t>
            </a:r>
            <a:r>
              <a:rPr dirty="0"/>
              <a:t>auto;</a:t>
            </a:r>
            <a:r>
              <a:rPr dirty="0" spc="10"/>
              <a:t> </a:t>
            </a:r>
            <a:r>
              <a:rPr dirty="0"/>
              <a:t>padding:20px;</a:t>
            </a:r>
            <a:r>
              <a:rPr dirty="0" spc="-65"/>
              <a:t> </a:t>
            </a:r>
            <a:r>
              <a:rPr dirty="0"/>
              <a:t>width:60%;</a:t>
            </a:r>
            <a:r>
              <a:rPr dirty="0" spc="-65"/>
              <a:t> </a:t>
            </a:r>
            <a:r>
              <a:rPr dirty="0" spc="-10"/>
              <a:t>border-</a:t>
            </a:r>
            <a:r>
              <a:rPr dirty="0"/>
              <a:t>left:5px</a:t>
            </a:r>
            <a:r>
              <a:rPr dirty="0" spc="-60"/>
              <a:t> </a:t>
            </a:r>
            <a:r>
              <a:rPr dirty="0"/>
              <a:t>solid</a:t>
            </a:r>
            <a:r>
              <a:rPr dirty="0" spc="-60"/>
              <a:t> </a:t>
            </a:r>
            <a:r>
              <a:rPr dirty="0" spc="-10"/>
              <a:t>black;</a:t>
            </a:r>
          </a:p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 spc="-50"/>
              <a:t>}</a:t>
            </a:r>
          </a:p>
          <a:p>
            <a:pPr>
              <a:lnSpc>
                <a:spcPct val="100000"/>
              </a:lnSpc>
              <a:spcBef>
                <a:spcPts val="55"/>
              </a:spcBef>
            </a:pPr>
          </a:p>
          <a:p>
            <a:pPr marL="12700">
              <a:lnSpc>
                <a:spcPts val="1435"/>
              </a:lnSpc>
            </a:pPr>
            <a:r>
              <a:rPr dirty="0"/>
              <a:t>/*</a:t>
            </a:r>
            <a:r>
              <a:rPr dirty="0" spc="-45"/>
              <a:t> </a:t>
            </a:r>
            <a:r>
              <a:rPr dirty="0"/>
              <a:t>Buttons</a:t>
            </a:r>
            <a:r>
              <a:rPr dirty="0" spc="-40"/>
              <a:t> </a:t>
            </a:r>
            <a:r>
              <a:rPr dirty="0" spc="-25"/>
              <a:t>*/</a:t>
            </a:r>
          </a:p>
          <a:p>
            <a:pPr marL="12700">
              <a:lnSpc>
                <a:spcPts val="1425"/>
              </a:lnSpc>
            </a:pPr>
            <a:r>
              <a:rPr dirty="0" spc="-10"/>
              <a:t>.linkedin-</a:t>
            </a:r>
            <a:r>
              <a:rPr dirty="0"/>
              <a:t>btn</a:t>
            </a:r>
            <a:r>
              <a:rPr dirty="0" spc="5"/>
              <a:t> </a:t>
            </a:r>
            <a:r>
              <a:rPr dirty="0"/>
              <a:t>{</a:t>
            </a:r>
            <a:r>
              <a:rPr dirty="0" spc="-60"/>
              <a:t> </a:t>
            </a:r>
            <a:r>
              <a:rPr dirty="0"/>
              <a:t>background:#0A66C2;</a:t>
            </a:r>
            <a:r>
              <a:rPr dirty="0" spc="-65"/>
              <a:t> </a:t>
            </a:r>
            <a:r>
              <a:rPr dirty="0"/>
              <a:t>padding:10px</a:t>
            </a:r>
            <a:r>
              <a:rPr dirty="0" spc="-65"/>
              <a:t> </a:t>
            </a:r>
            <a:r>
              <a:rPr dirty="0"/>
              <a:t>20px;</a:t>
            </a:r>
            <a:r>
              <a:rPr dirty="0" spc="-60"/>
              <a:t> </a:t>
            </a:r>
            <a:r>
              <a:rPr dirty="0"/>
              <a:t>color:white;</a:t>
            </a:r>
            <a:r>
              <a:rPr dirty="0" spc="5"/>
              <a:t> </a:t>
            </a:r>
            <a:r>
              <a:rPr dirty="0"/>
              <a:t>border-</a:t>
            </a:r>
            <a:r>
              <a:rPr dirty="0" spc="-10"/>
              <a:t>radius:5px;</a:t>
            </a:r>
          </a:p>
          <a:p>
            <a:pPr marL="12700">
              <a:lnSpc>
                <a:spcPts val="1430"/>
              </a:lnSpc>
            </a:pPr>
            <a:r>
              <a:rPr dirty="0" spc="-50"/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277495">
              <a:lnSpc>
                <a:spcPct val="100000"/>
              </a:lnSpc>
              <a:spcBef>
                <a:spcPts val="130"/>
              </a:spcBef>
            </a:pPr>
            <a:r>
              <a:rPr dirty="0"/>
              <a:t>CSS</a:t>
            </a:r>
            <a:r>
              <a:rPr dirty="0" spc="-40"/>
              <a:t> </a:t>
            </a:r>
            <a:r>
              <a:rPr dirty="0"/>
              <a:t>Code</a:t>
            </a:r>
            <a:r>
              <a:rPr dirty="0" spc="-110"/>
              <a:t> </a:t>
            </a:r>
            <a:r>
              <a:rPr dirty="0"/>
              <a:t>(Part</a:t>
            </a:r>
            <a:r>
              <a:rPr dirty="0" spc="-65"/>
              <a:t> </a:t>
            </a:r>
            <a:r>
              <a:rPr dirty="0" spc="-25"/>
              <a:t>2)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5134" y="1206182"/>
            <a:ext cx="4631055" cy="571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435"/>
              </a:lnSpc>
              <a:spcBef>
                <a:spcPts val="100"/>
              </a:spcBef>
            </a:pPr>
            <a:r>
              <a:rPr dirty="0" sz="1200">
                <a:latin typeface="Courier New"/>
                <a:cs typeface="Courier New"/>
              </a:rPr>
              <a:t>/*</a:t>
            </a:r>
            <a:r>
              <a:rPr dirty="0" sz="1200" spc="-25">
                <a:latin typeface="Courier New"/>
                <a:cs typeface="Courier New"/>
              </a:rPr>
              <a:t> </a:t>
            </a:r>
            <a:r>
              <a:rPr dirty="0" sz="1200">
                <a:latin typeface="Courier New"/>
                <a:cs typeface="Courier New"/>
              </a:rPr>
              <a:t>Image</a:t>
            </a:r>
            <a:r>
              <a:rPr dirty="0" sz="1200" spc="-20">
                <a:latin typeface="Courier New"/>
                <a:cs typeface="Courier New"/>
              </a:rPr>
              <a:t> </a:t>
            </a:r>
            <a:r>
              <a:rPr dirty="0" sz="1200" spc="-25">
                <a:latin typeface="Courier New"/>
                <a:cs typeface="Courier New"/>
              </a:rPr>
              <a:t>*/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ts val="1425"/>
              </a:lnSpc>
            </a:pPr>
            <a:r>
              <a:rPr dirty="0" sz="1200">
                <a:latin typeface="Courier New"/>
                <a:cs typeface="Courier New"/>
              </a:rPr>
              <a:t>.myImage</a:t>
            </a:r>
            <a:r>
              <a:rPr dirty="0" sz="1200" spc="-45">
                <a:latin typeface="Courier New"/>
                <a:cs typeface="Courier New"/>
              </a:rPr>
              <a:t> </a:t>
            </a:r>
            <a:r>
              <a:rPr dirty="0" sz="1200">
                <a:latin typeface="Courier New"/>
                <a:cs typeface="Courier New"/>
              </a:rPr>
              <a:t>{</a:t>
            </a:r>
            <a:r>
              <a:rPr dirty="0" sz="1200" spc="-45">
                <a:latin typeface="Courier New"/>
                <a:cs typeface="Courier New"/>
              </a:rPr>
              <a:t> </a:t>
            </a:r>
            <a:r>
              <a:rPr dirty="0" sz="1200">
                <a:latin typeface="Courier New"/>
                <a:cs typeface="Courier New"/>
              </a:rPr>
              <a:t>margin-left:619px;</a:t>
            </a:r>
            <a:r>
              <a:rPr dirty="0" sz="1200" spc="-40">
                <a:latin typeface="Courier New"/>
                <a:cs typeface="Courier New"/>
              </a:rPr>
              <a:t> </a:t>
            </a:r>
            <a:r>
              <a:rPr dirty="0" sz="1200" spc="-10">
                <a:latin typeface="Courier New"/>
                <a:cs typeface="Courier New"/>
              </a:rPr>
              <a:t>border-</a:t>
            </a:r>
            <a:r>
              <a:rPr dirty="0" sz="1200">
                <a:latin typeface="Courier New"/>
                <a:cs typeface="Courier New"/>
              </a:rPr>
              <a:t>radius:50%;</a:t>
            </a:r>
            <a:r>
              <a:rPr dirty="0" sz="1200" spc="-45">
                <a:latin typeface="Courier New"/>
                <a:cs typeface="Courier New"/>
              </a:rPr>
              <a:t> </a:t>
            </a:r>
            <a:r>
              <a:rPr dirty="0" sz="1200" spc="-50">
                <a:latin typeface="Courier New"/>
                <a:cs typeface="Courier New"/>
              </a:rPr>
              <a:t>}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ts val="1435"/>
              </a:lnSpc>
            </a:pPr>
            <a:r>
              <a:rPr dirty="0" sz="1200">
                <a:latin typeface="Courier New"/>
                <a:cs typeface="Courier New"/>
              </a:rPr>
              <a:t>.figcaption</a:t>
            </a:r>
            <a:r>
              <a:rPr dirty="0" sz="1200" spc="-45">
                <a:latin typeface="Courier New"/>
                <a:cs typeface="Courier New"/>
              </a:rPr>
              <a:t> </a:t>
            </a:r>
            <a:r>
              <a:rPr dirty="0" sz="1200">
                <a:latin typeface="Courier New"/>
                <a:cs typeface="Courier New"/>
              </a:rPr>
              <a:t>{</a:t>
            </a:r>
            <a:r>
              <a:rPr dirty="0" sz="1200" spc="-50">
                <a:latin typeface="Courier New"/>
                <a:cs typeface="Courier New"/>
              </a:rPr>
              <a:t> </a:t>
            </a:r>
            <a:r>
              <a:rPr dirty="0" sz="1200">
                <a:latin typeface="Courier New"/>
                <a:cs typeface="Courier New"/>
              </a:rPr>
              <a:t>font-size:20px;</a:t>
            </a:r>
            <a:r>
              <a:rPr dirty="0" sz="1200" spc="-40">
                <a:latin typeface="Courier New"/>
                <a:cs typeface="Courier New"/>
              </a:rPr>
              <a:t> </a:t>
            </a:r>
            <a:r>
              <a:rPr dirty="0" sz="1200">
                <a:latin typeface="Courier New"/>
                <a:cs typeface="Courier New"/>
              </a:rPr>
              <a:t>color:gray;</a:t>
            </a:r>
            <a:r>
              <a:rPr dirty="0" sz="1200" spc="-40">
                <a:latin typeface="Courier New"/>
                <a:cs typeface="Courier New"/>
              </a:rPr>
              <a:t> </a:t>
            </a:r>
            <a:r>
              <a:rPr dirty="0" sz="1200" spc="-50">
                <a:latin typeface="Courier New"/>
                <a:cs typeface="Courier New"/>
              </a:rPr>
              <a:t>}</a:t>
            </a:r>
            <a:endParaRPr sz="1200">
              <a:latin typeface="Courier New"/>
              <a:cs typeface="Courier New"/>
            </a:endParaRPr>
          </a:p>
        </p:txBody>
      </p:sp>
      <p:pic>
        <p:nvPicPr>
          <p:cNvPr id="4" name="object 4" descr="A screenshot of a computer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028824"/>
            <a:ext cx="9096374" cy="482917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A screenshot of a blue screen  AI-generated content may be incorrect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781175"/>
            <a:ext cx="9143999" cy="32956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A screenshot of a blue screen  AI-generated content may be incorrect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52500"/>
            <a:ext cx="9143999" cy="4953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2025-12-02T17:00:51Z</dcterms:created>
  <dcterms:modified xsi:type="dcterms:W3CDTF">2025-12-02T17:00:51Z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2025-12-02T00:00:00Z</vt:filetime>
  </property>
  <property fmtid="{D5CDD505-2E9C-101B-9397-08002B2CF9AE}" pid="3" name="LastSaved">
    <vt:filetime>2025-12-02T00:00:00Z</vt:filetime>
  </property>
</Properties>
</file>